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9.svg" ContentType="image/svg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0" r:id="rId4"/>
    <p:sldId id="261" r:id="rId6"/>
    <p:sldId id="262" r:id="rId7"/>
  </p:sldIdLst>
  <p:sldSz cx="13596620" cy="6858000"/>
  <p:notesSz cx="9144000" cy="6858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5" userDrawn="1">
          <p15:clr>
            <a:srgbClr val="A4A3A4"/>
          </p15:clr>
        </p15:guide>
        <p15:guide id="2" pos="42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35"/>
        <p:guide pos="42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9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wmf"/><Relationship Id="rId7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3" Type="http://schemas.openxmlformats.org/officeDocument/2006/relationships/image" Target="../media/image13.wmf"/><Relationship Id="rId12" Type="http://schemas.openxmlformats.org/officeDocument/2006/relationships/image" Target="../media/image12.wmf"/><Relationship Id="rId11" Type="http://schemas.openxmlformats.org/officeDocument/2006/relationships/image" Target="../media/image11.wmf"/><Relationship Id="rId10" Type="http://schemas.openxmlformats.org/officeDocument/2006/relationships/image" Target="../media/image10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wmf"/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7473" y="857250"/>
            <a:ext cx="458905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To eliminate this gap, we make four contributions in our work:</a:t>
            </a:r>
            <a:endParaRPr lang="en-US" altLang="en-US"/>
          </a:p>
          <a:p>
            <a:r>
              <a:rPr lang="en-US" altLang="en-US"/>
              <a:t>First,  we proposed a hybrid adaptive architecture, which is a dual-frame structure using ECDSA method for 10% traffic to establish trust and GMAC for the remaining 90%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Second, we also designed a </a:t>
            </a: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Ephemeral Session Tag</a:t>
            </a:r>
            <a:r>
              <a:rPr lang="en-US" altLang="en-US"/>
              <a:t> whiltelist, which maintains a short-lived trust relationships between messages so that 95% messages can be verified immediately. This whilelist eliminates the mandatory delay of standard TESLA.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Third, we designed a revocation system, which integrates bloom filters for revocation checking. And this system has only </a:t>
            </a:r>
            <a:r>
              <a:rPr lang="en-US" altLang="zh-CN"/>
              <a:t>Computational complexity O(1), which ten Thousand fatser than 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traditional Certificate Revocation Lists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1"/>
            <a:r>
              <a:rPr lang="en-US" altLang="zh-CN"/>
              <a:t>at the end of our work, we gave a comprehensive evaluation which demonstrates a 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57× speedup over pure ECDSA, 1 ms end-to-end latency, and scalability to 2,000 vehicles.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To eliminate this gap, we make four contributions in our work:</a:t>
            </a:r>
            <a:endParaRPr lang="en-US" altLang="en-US"/>
          </a:p>
          <a:p>
            <a:r>
              <a:rPr lang="en-US" altLang="en-US"/>
              <a:t>First,  we proposed a hybrid adaptive architecture, which is a dual-frame structure using ECDSA method for 10% traffic to establish trust and GMAC for the remaining 90%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Second, we also designed a </a:t>
            </a: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Ephemeral Session Tag</a:t>
            </a:r>
            <a:r>
              <a:rPr lang="en-US" altLang="en-US"/>
              <a:t> whiltelist, which maintains a short-lived trust relationships between messages so that 95% messages can be verified immediately. This whilelist eliminates the mandatory delay of standard TESLA.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Third, we designed a revocation system, which integrates bloom filters for revocation checking. And this system has only </a:t>
            </a:r>
            <a:r>
              <a:rPr lang="en-US" altLang="zh-CN"/>
              <a:t>Computational complexity O(1), which ten Thousand fatser than 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traditional Certificate Revocation Lists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1"/>
            <a:r>
              <a:rPr lang="en-US" altLang="zh-CN"/>
              <a:t>at the end of our work, we gave a comprehensive evaluation which demonstrates a 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57× speedup over pure ECDSA, 1 ms end-to-end latency, and scalability to 2,000 vehicles.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To eliminate this gap, we make four contributions in our work:</a:t>
            </a:r>
            <a:endParaRPr lang="en-US" altLang="en-US"/>
          </a:p>
          <a:p>
            <a:r>
              <a:rPr lang="en-US" altLang="en-US"/>
              <a:t>First,  we proposed a hybrid adaptive architecture, which is a dual-frame structure using ECDSA method for 10% traffic to establish trust and GMAC for the remaining 90%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Second, we also designed a </a:t>
            </a: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Ephemeral Session Tag</a:t>
            </a:r>
            <a:r>
              <a:rPr lang="en-US" altLang="en-US"/>
              <a:t> whiltelist, which maintains a short-lived trust relationships between messages so that 95% messages can be verified immediately. This whilelist eliminates the mandatory delay of standard TESLA.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Third, we designed a revocation system, which integrates bloom filters for revocation checking. And this system has only </a:t>
            </a:r>
            <a:r>
              <a:rPr lang="en-US" altLang="zh-CN"/>
              <a:t>Computational complexity O(1), which ten Thousand fatser than 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traditional Certificate Revocation Lists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altLang="zh-CN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1"/>
            <a:r>
              <a:rPr lang="en-US" altLang="zh-CN"/>
              <a:t>at the end of our work, we gave a comprehensive evaluation which demonstrates a 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 57× speedup over pure ECDSA, 1 ms end-to-end latency, and scalability to 2,000 vehicles.</a:t>
            </a:r>
            <a:endParaRPr lang="en-US" altLang="zh-CN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337259" y="914400"/>
            <a:ext cx="10930984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37259" y="3560400"/>
            <a:ext cx="10930984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78669" y="608400"/>
            <a:ext cx="12236117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78669" y="1490400"/>
            <a:ext cx="12236117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20733" y="3848400"/>
            <a:ext cx="8666078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220733" y="4615200"/>
            <a:ext cx="8666078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78669" y="608400"/>
            <a:ext cx="12236117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8669" y="1501200"/>
            <a:ext cx="5774708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152125" y="1501200"/>
            <a:ext cx="5774708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78669" y="608400"/>
            <a:ext cx="12236117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78669" y="1429200"/>
            <a:ext cx="5959434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78669" y="1854000"/>
            <a:ext cx="5959434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955964" y="1421729"/>
            <a:ext cx="5959434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955964" y="1854000"/>
            <a:ext cx="5959434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78669" y="608400"/>
            <a:ext cx="12236117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78669" y="1555200"/>
            <a:ext cx="583748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7083856" y="1555200"/>
            <a:ext cx="5830929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1416895" y="914400"/>
            <a:ext cx="116458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20011" y="914400"/>
            <a:ext cx="10228221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78669" y="774000"/>
            <a:ext cx="12240132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337259" y="2484000"/>
            <a:ext cx="10930984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337259" y="3560400"/>
            <a:ext cx="10930984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78669" y="608400"/>
            <a:ext cx="12236117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78669" y="1490400"/>
            <a:ext cx="12236117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82685" y="6314400"/>
            <a:ext cx="301184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591388" y="6314400"/>
            <a:ext cx="4417371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902942" y="6314400"/>
            <a:ext cx="3011844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3.wmf"/><Relationship Id="rId7" Type="http://schemas.openxmlformats.org/officeDocument/2006/relationships/oleObject" Target="../embeddings/oleObject5.bin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4" Type="http://schemas.openxmlformats.org/officeDocument/2006/relationships/vmlDrawing" Target="../drawings/vmlDrawing1.vml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63.xml"/><Relationship Id="rId31" Type="http://schemas.openxmlformats.org/officeDocument/2006/relationships/oleObject" Target="../embeddings/oleObject18.bin"/><Relationship Id="rId30" Type="http://schemas.openxmlformats.org/officeDocument/2006/relationships/oleObject" Target="../embeddings/oleObject17.bin"/><Relationship Id="rId3" Type="http://schemas.openxmlformats.org/officeDocument/2006/relationships/oleObject" Target="../embeddings/oleObject2.bin"/><Relationship Id="rId29" Type="http://schemas.openxmlformats.org/officeDocument/2006/relationships/image" Target="../media/image13.wmf"/><Relationship Id="rId28" Type="http://schemas.openxmlformats.org/officeDocument/2006/relationships/oleObject" Target="../embeddings/oleObject16.bin"/><Relationship Id="rId27" Type="http://schemas.openxmlformats.org/officeDocument/2006/relationships/image" Target="../media/image12.wmf"/><Relationship Id="rId26" Type="http://schemas.openxmlformats.org/officeDocument/2006/relationships/oleObject" Target="../embeddings/oleObject15.bin"/><Relationship Id="rId25" Type="http://schemas.openxmlformats.org/officeDocument/2006/relationships/image" Target="../media/image11.wmf"/><Relationship Id="rId24" Type="http://schemas.openxmlformats.org/officeDocument/2006/relationships/oleObject" Target="../embeddings/oleObject14.bin"/><Relationship Id="rId23" Type="http://schemas.openxmlformats.org/officeDocument/2006/relationships/image" Target="../media/image10.wmf"/><Relationship Id="rId22" Type="http://schemas.openxmlformats.org/officeDocument/2006/relationships/oleObject" Target="../embeddings/oleObject13.bin"/><Relationship Id="rId21" Type="http://schemas.openxmlformats.org/officeDocument/2006/relationships/image" Target="../media/image9.wmf"/><Relationship Id="rId20" Type="http://schemas.openxmlformats.org/officeDocument/2006/relationships/oleObject" Target="../embeddings/oleObject12.bin"/><Relationship Id="rId2" Type="http://schemas.openxmlformats.org/officeDocument/2006/relationships/image" Target="../media/image1.wmf"/><Relationship Id="rId19" Type="http://schemas.openxmlformats.org/officeDocument/2006/relationships/image" Target="../media/image8.wmf"/><Relationship Id="rId18" Type="http://schemas.openxmlformats.org/officeDocument/2006/relationships/oleObject" Target="../embeddings/oleObject11.bin"/><Relationship Id="rId17" Type="http://schemas.openxmlformats.org/officeDocument/2006/relationships/image" Target="../media/image7.wmf"/><Relationship Id="rId16" Type="http://schemas.openxmlformats.org/officeDocument/2006/relationships/oleObject" Target="../embeddings/oleObject10.bin"/><Relationship Id="rId15" Type="http://schemas.openxmlformats.org/officeDocument/2006/relationships/image" Target="../media/image6.wmf"/><Relationship Id="rId14" Type="http://schemas.openxmlformats.org/officeDocument/2006/relationships/oleObject" Target="../embeddings/oleObject9.bin"/><Relationship Id="rId13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4.wmf"/><Relationship Id="rId10" Type="http://schemas.openxmlformats.org/officeDocument/2006/relationships/oleObject" Target="../embeddings/oleObject7.bin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7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4.wmf"/><Relationship Id="rId11" Type="http://schemas.openxmlformats.org/officeDocument/2006/relationships/notesSlide" Target="../notesSlides/notesSlide1.xml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19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tags" Target="../tags/tag66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tags" Target="../tags/tag65.xml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tags" Target="../tags/tag165.xml"/><Relationship Id="rId98" Type="http://schemas.openxmlformats.org/officeDocument/2006/relationships/tags" Target="../tags/tag164.xml"/><Relationship Id="rId97" Type="http://schemas.openxmlformats.org/officeDocument/2006/relationships/tags" Target="../tags/tag163.xml"/><Relationship Id="rId96" Type="http://schemas.openxmlformats.org/officeDocument/2006/relationships/tags" Target="../tags/tag162.xml"/><Relationship Id="rId95" Type="http://schemas.openxmlformats.org/officeDocument/2006/relationships/tags" Target="../tags/tag161.xml"/><Relationship Id="rId94" Type="http://schemas.openxmlformats.org/officeDocument/2006/relationships/tags" Target="../tags/tag160.xml"/><Relationship Id="rId93" Type="http://schemas.openxmlformats.org/officeDocument/2006/relationships/tags" Target="../tags/tag159.xml"/><Relationship Id="rId92" Type="http://schemas.openxmlformats.org/officeDocument/2006/relationships/tags" Target="../tags/tag158.xml"/><Relationship Id="rId91" Type="http://schemas.openxmlformats.org/officeDocument/2006/relationships/tags" Target="../tags/tag157.xml"/><Relationship Id="rId90" Type="http://schemas.openxmlformats.org/officeDocument/2006/relationships/tags" Target="../tags/tag156.xml"/><Relationship Id="rId9" Type="http://schemas.openxmlformats.org/officeDocument/2006/relationships/tags" Target="../tags/tag75.xml"/><Relationship Id="rId89" Type="http://schemas.openxmlformats.org/officeDocument/2006/relationships/tags" Target="../tags/tag155.xml"/><Relationship Id="rId88" Type="http://schemas.openxmlformats.org/officeDocument/2006/relationships/tags" Target="../tags/tag154.xml"/><Relationship Id="rId87" Type="http://schemas.openxmlformats.org/officeDocument/2006/relationships/tags" Target="../tags/tag153.xml"/><Relationship Id="rId86" Type="http://schemas.openxmlformats.org/officeDocument/2006/relationships/tags" Target="../tags/tag152.xml"/><Relationship Id="rId85" Type="http://schemas.openxmlformats.org/officeDocument/2006/relationships/tags" Target="../tags/tag151.xml"/><Relationship Id="rId84" Type="http://schemas.openxmlformats.org/officeDocument/2006/relationships/tags" Target="../tags/tag150.xml"/><Relationship Id="rId83" Type="http://schemas.openxmlformats.org/officeDocument/2006/relationships/tags" Target="../tags/tag149.xml"/><Relationship Id="rId82" Type="http://schemas.openxmlformats.org/officeDocument/2006/relationships/tags" Target="../tags/tag148.xml"/><Relationship Id="rId81" Type="http://schemas.openxmlformats.org/officeDocument/2006/relationships/tags" Target="../tags/tag147.xml"/><Relationship Id="rId80" Type="http://schemas.openxmlformats.org/officeDocument/2006/relationships/tags" Target="../tags/tag146.xml"/><Relationship Id="rId8" Type="http://schemas.openxmlformats.org/officeDocument/2006/relationships/tags" Target="../tags/tag74.xml"/><Relationship Id="rId79" Type="http://schemas.openxmlformats.org/officeDocument/2006/relationships/tags" Target="../tags/tag145.xml"/><Relationship Id="rId78" Type="http://schemas.openxmlformats.org/officeDocument/2006/relationships/tags" Target="../tags/tag144.xml"/><Relationship Id="rId77" Type="http://schemas.openxmlformats.org/officeDocument/2006/relationships/tags" Target="../tags/tag143.xml"/><Relationship Id="rId76" Type="http://schemas.openxmlformats.org/officeDocument/2006/relationships/tags" Target="../tags/tag142.xml"/><Relationship Id="rId75" Type="http://schemas.openxmlformats.org/officeDocument/2006/relationships/tags" Target="../tags/tag141.xml"/><Relationship Id="rId74" Type="http://schemas.openxmlformats.org/officeDocument/2006/relationships/tags" Target="../tags/tag140.xml"/><Relationship Id="rId73" Type="http://schemas.openxmlformats.org/officeDocument/2006/relationships/tags" Target="../tags/tag139.xml"/><Relationship Id="rId72" Type="http://schemas.openxmlformats.org/officeDocument/2006/relationships/tags" Target="../tags/tag138.xml"/><Relationship Id="rId71" Type="http://schemas.openxmlformats.org/officeDocument/2006/relationships/tags" Target="../tags/tag137.xml"/><Relationship Id="rId70" Type="http://schemas.openxmlformats.org/officeDocument/2006/relationships/tags" Target="../tags/tag136.xml"/><Relationship Id="rId7" Type="http://schemas.openxmlformats.org/officeDocument/2006/relationships/tags" Target="../tags/tag73.xml"/><Relationship Id="rId69" Type="http://schemas.openxmlformats.org/officeDocument/2006/relationships/tags" Target="../tags/tag135.xml"/><Relationship Id="rId68" Type="http://schemas.openxmlformats.org/officeDocument/2006/relationships/tags" Target="../tags/tag134.xml"/><Relationship Id="rId67" Type="http://schemas.openxmlformats.org/officeDocument/2006/relationships/tags" Target="../tags/tag133.xml"/><Relationship Id="rId66" Type="http://schemas.openxmlformats.org/officeDocument/2006/relationships/tags" Target="../tags/tag132.xml"/><Relationship Id="rId65" Type="http://schemas.openxmlformats.org/officeDocument/2006/relationships/tags" Target="../tags/tag131.xml"/><Relationship Id="rId64" Type="http://schemas.openxmlformats.org/officeDocument/2006/relationships/tags" Target="../tags/tag130.xml"/><Relationship Id="rId63" Type="http://schemas.openxmlformats.org/officeDocument/2006/relationships/tags" Target="../tags/tag129.xml"/><Relationship Id="rId62" Type="http://schemas.openxmlformats.org/officeDocument/2006/relationships/tags" Target="../tags/tag128.xml"/><Relationship Id="rId61" Type="http://schemas.openxmlformats.org/officeDocument/2006/relationships/tags" Target="../tags/tag127.xml"/><Relationship Id="rId60" Type="http://schemas.openxmlformats.org/officeDocument/2006/relationships/tags" Target="../tags/tag126.xml"/><Relationship Id="rId6" Type="http://schemas.openxmlformats.org/officeDocument/2006/relationships/tags" Target="../tags/tag72.xml"/><Relationship Id="rId59" Type="http://schemas.openxmlformats.org/officeDocument/2006/relationships/tags" Target="../tags/tag125.xml"/><Relationship Id="rId58" Type="http://schemas.openxmlformats.org/officeDocument/2006/relationships/tags" Target="../tags/tag124.xml"/><Relationship Id="rId57" Type="http://schemas.openxmlformats.org/officeDocument/2006/relationships/tags" Target="../tags/tag123.xml"/><Relationship Id="rId56" Type="http://schemas.openxmlformats.org/officeDocument/2006/relationships/tags" Target="../tags/tag122.xml"/><Relationship Id="rId55" Type="http://schemas.openxmlformats.org/officeDocument/2006/relationships/tags" Target="../tags/tag121.xml"/><Relationship Id="rId54" Type="http://schemas.openxmlformats.org/officeDocument/2006/relationships/tags" Target="../tags/tag120.xml"/><Relationship Id="rId53" Type="http://schemas.openxmlformats.org/officeDocument/2006/relationships/tags" Target="../tags/tag119.xml"/><Relationship Id="rId52" Type="http://schemas.openxmlformats.org/officeDocument/2006/relationships/tags" Target="../tags/tag118.xml"/><Relationship Id="rId51" Type="http://schemas.openxmlformats.org/officeDocument/2006/relationships/tags" Target="../tags/tag117.xml"/><Relationship Id="rId50" Type="http://schemas.openxmlformats.org/officeDocument/2006/relationships/tags" Target="../tags/tag116.xml"/><Relationship Id="rId5" Type="http://schemas.openxmlformats.org/officeDocument/2006/relationships/tags" Target="../tags/tag71.xml"/><Relationship Id="rId49" Type="http://schemas.openxmlformats.org/officeDocument/2006/relationships/tags" Target="../tags/tag115.xml"/><Relationship Id="rId48" Type="http://schemas.openxmlformats.org/officeDocument/2006/relationships/tags" Target="../tags/tag114.xml"/><Relationship Id="rId47" Type="http://schemas.openxmlformats.org/officeDocument/2006/relationships/tags" Target="../tags/tag113.xml"/><Relationship Id="rId46" Type="http://schemas.openxmlformats.org/officeDocument/2006/relationships/tags" Target="../tags/tag112.xml"/><Relationship Id="rId45" Type="http://schemas.openxmlformats.org/officeDocument/2006/relationships/tags" Target="../tags/tag111.xml"/><Relationship Id="rId44" Type="http://schemas.openxmlformats.org/officeDocument/2006/relationships/tags" Target="../tags/tag110.xml"/><Relationship Id="rId43" Type="http://schemas.openxmlformats.org/officeDocument/2006/relationships/tags" Target="../tags/tag109.xml"/><Relationship Id="rId42" Type="http://schemas.openxmlformats.org/officeDocument/2006/relationships/tags" Target="../tags/tag108.xml"/><Relationship Id="rId41" Type="http://schemas.openxmlformats.org/officeDocument/2006/relationships/tags" Target="../tags/tag107.xml"/><Relationship Id="rId40" Type="http://schemas.openxmlformats.org/officeDocument/2006/relationships/tags" Target="../tags/tag106.xml"/><Relationship Id="rId4" Type="http://schemas.openxmlformats.org/officeDocument/2006/relationships/tags" Target="../tags/tag70.xml"/><Relationship Id="rId39" Type="http://schemas.openxmlformats.org/officeDocument/2006/relationships/tags" Target="../tags/tag105.xml"/><Relationship Id="rId38" Type="http://schemas.openxmlformats.org/officeDocument/2006/relationships/tags" Target="../tags/tag104.xml"/><Relationship Id="rId37" Type="http://schemas.openxmlformats.org/officeDocument/2006/relationships/tags" Target="../tags/tag103.xml"/><Relationship Id="rId36" Type="http://schemas.openxmlformats.org/officeDocument/2006/relationships/tags" Target="../tags/tag102.xml"/><Relationship Id="rId35" Type="http://schemas.openxmlformats.org/officeDocument/2006/relationships/tags" Target="../tags/tag101.xml"/><Relationship Id="rId34" Type="http://schemas.openxmlformats.org/officeDocument/2006/relationships/tags" Target="../tags/tag100.xml"/><Relationship Id="rId33" Type="http://schemas.openxmlformats.org/officeDocument/2006/relationships/tags" Target="../tags/tag99.xml"/><Relationship Id="rId32" Type="http://schemas.openxmlformats.org/officeDocument/2006/relationships/tags" Target="../tags/tag98.xml"/><Relationship Id="rId31" Type="http://schemas.openxmlformats.org/officeDocument/2006/relationships/tags" Target="../tags/tag97.xml"/><Relationship Id="rId30" Type="http://schemas.openxmlformats.org/officeDocument/2006/relationships/tags" Target="../tags/tag96.xml"/><Relationship Id="rId3" Type="http://schemas.openxmlformats.org/officeDocument/2006/relationships/tags" Target="../tags/tag69.xml"/><Relationship Id="rId29" Type="http://schemas.openxmlformats.org/officeDocument/2006/relationships/tags" Target="../tags/tag95.xml"/><Relationship Id="rId28" Type="http://schemas.openxmlformats.org/officeDocument/2006/relationships/tags" Target="../tags/tag94.xml"/><Relationship Id="rId27" Type="http://schemas.openxmlformats.org/officeDocument/2006/relationships/tags" Target="../tags/tag93.xml"/><Relationship Id="rId26" Type="http://schemas.openxmlformats.org/officeDocument/2006/relationships/tags" Target="../tags/tag92.xml"/><Relationship Id="rId25" Type="http://schemas.openxmlformats.org/officeDocument/2006/relationships/tags" Target="../tags/tag91.xml"/><Relationship Id="rId24" Type="http://schemas.openxmlformats.org/officeDocument/2006/relationships/tags" Target="../tags/tag90.xml"/><Relationship Id="rId23" Type="http://schemas.openxmlformats.org/officeDocument/2006/relationships/tags" Target="../tags/tag89.xml"/><Relationship Id="rId22" Type="http://schemas.openxmlformats.org/officeDocument/2006/relationships/tags" Target="../tags/tag88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tags" Target="../tags/tag68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7" Type="http://schemas.openxmlformats.org/officeDocument/2006/relationships/notesSlide" Target="../notesSlides/notesSlide3.xml"/><Relationship Id="rId136" Type="http://schemas.openxmlformats.org/officeDocument/2006/relationships/vmlDrawing" Target="../drawings/vmlDrawing3.vml"/><Relationship Id="rId135" Type="http://schemas.openxmlformats.org/officeDocument/2006/relationships/slideLayout" Target="../slideLayouts/slideLayout2.xml"/><Relationship Id="rId134" Type="http://schemas.openxmlformats.org/officeDocument/2006/relationships/image" Target="../media/image27.wmf"/><Relationship Id="rId133" Type="http://schemas.openxmlformats.org/officeDocument/2006/relationships/oleObject" Target="../embeddings/oleObject26.bin"/><Relationship Id="rId132" Type="http://schemas.openxmlformats.org/officeDocument/2006/relationships/image" Target="../media/image26.wmf"/><Relationship Id="rId131" Type="http://schemas.openxmlformats.org/officeDocument/2006/relationships/oleObject" Target="../embeddings/oleObject25.bin"/><Relationship Id="rId130" Type="http://schemas.openxmlformats.org/officeDocument/2006/relationships/image" Target="../media/image25.wmf"/><Relationship Id="rId13" Type="http://schemas.openxmlformats.org/officeDocument/2006/relationships/tags" Target="../tags/tag79.xml"/><Relationship Id="rId129" Type="http://schemas.openxmlformats.org/officeDocument/2006/relationships/oleObject" Target="../embeddings/oleObject24.bin"/><Relationship Id="rId128" Type="http://schemas.openxmlformats.org/officeDocument/2006/relationships/image" Target="../media/image24.wmf"/><Relationship Id="rId127" Type="http://schemas.openxmlformats.org/officeDocument/2006/relationships/oleObject" Target="../embeddings/oleObject23.bin"/><Relationship Id="rId126" Type="http://schemas.openxmlformats.org/officeDocument/2006/relationships/tags" Target="../tags/tag192.xml"/><Relationship Id="rId125" Type="http://schemas.openxmlformats.org/officeDocument/2006/relationships/tags" Target="../tags/tag191.xml"/><Relationship Id="rId124" Type="http://schemas.openxmlformats.org/officeDocument/2006/relationships/tags" Target="../tags/tag190.xml"/><Relationship Id="rId123" Type="http://schemas.openxmlformats.org/officeDocument/2006/relationships/tags" Target="../tags/tag189.xml"/><Relationship Id="rId122" Type="http://schemas.openxmlformats.org/officeDocument/2006/relationships/tags" Target="../tags/tag188.xml"/><Relationship Id="rId121" Type="http://schemas.openxmlformats.org/officeDocument/2006/relationships/tags" Target="../tags/tag187.xml"/><Relationship Id="rId120" Type="http://schemas.openxmlformats.org/officeDocument/2006/relationships/tags" Target="../tags/tag186.xml"/><Relationship Id="rId12" Type="http://schemas.openxmlformats.org/officeDocument/2006/relationships/tags" Target="../tags/tag78.xml"/><Relationship Id="rId119" Type="http://schemas.openxmlformats.org/officeDocument/2006/relationships/tags" Target="../tags/tag185.xml"/><Relationship Id="rId118" Type="http://schemas.openxmlformats.org/officeDocument/2006/relationships/tags" Target="../tags/tag184.xml"/><Relationship Id="rId117" Type="http://schemas.openxmlformats.org/officeDocument/2006/relationships/tags" Target="../tags/tag183.xml"/><Relationship Id="rId116" Type="http://schemas.openxmlformats.org/officeDocument/2006/relationships/tags" Target="../tags/tag182.xml"/><Relationship Id="rId115" Type="http://schemas.openxmlformats.org/officeDocument/2006/relationships/tags" Target="../tags/tag181.xml"/><Relationship Id="rId114" Type="http://schemas.openxmlformats.org/officeDocument/2006/relationships/tags" Target="../tags/tag180.xml"/><Relationship Id="rId113" Type="http://schemas.openxmlformats.org/officeDocument/2006/relationships/tags" Target="../tags/tag179.xml"/><Relationship Id="rId112" Type="http://schemas.openxmlformats.org/officeDocument/2006/relationships/tags" Target="../tags/tag178.xml"/><Relationship Id="rId111" Type="http://schemas.openxmlformats.org/officeDocument/2006/relationships/tags" Target="../tags/tag177.xml"/><Relationship Id="rId110" Type="http://schemas.openxmlformats.org/officeDocument/2006/relationships/tags" Target="../tags/tag176.xml"/><Relationship Id="rId11" Type="http://schemas.openxmlformats.org/officeDocument/2006/relationships/tags" Target="../tags/tag77.xml"/><Relationship Id="rId109" Type="http://schemas.openxmlformats.org/officeDocument/2006/relationships/tags" Target="../tags/tag175.xml"/><Relationship Id="rId108" Type="http://schemas.openxmlformats.org/officeDocument/2006/relationships/tags" Target="../tags/tag174.xml"/><Relationship Id="rId107" Type="http://schemas.openxmlformats.org/officeDocument/2006/relationships/tags" Target="../tags/tag173.xml"/><Relationship Id="rId106" Type="http://schemas.openxmlformats.org/officeDocument/2006/relationships/tags" Target="../tags/tag172.xml"/><Relationship Id="rId105" Type="http://schemas.openxmlformats.org/officeDocument/2006/relationships/tags" Target="../tags/tag171.xml"/><Relationship Id="rId104" Type="http://schemas.openxmlformats.org/officeDocument/2006/relationships/tags" Target="../tags/tag170.xml"/><Relationship Id="rId103" Type="http://schemas.openxmlformats.org/officeDocument/2006/relationships/tags" Target="../tags/tag169.xml"/><Relationship Id="rId102" Type="http://schemas.openxmlformats.org/officeDocument/2006/relationships/tags" Target="../tags/tag168.xml"/><Relationship Id="rId101" Type="http://schemas.openxmlformats.org/officeDocument/2006/relationships/tags" Target="../tags/tag167.xml"/><Relationship Id="rId100" Type="http://schemas.openxmlformats.org/officeDocument/2006/relationships/tags" Target="../tags/tag166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等腰三角形 10"/>
          <p:cNvSpPr/>
          <p:nvPr/>
        </p:nvSpPr>
        <p:spPr>
          <a:xfrm rot="10800000">
            <a:off x="8693611" y="148971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8816166" y="166370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等腰三角形 4"/>
          <p:cNvSpPr/>
          <p:nvPr/>
        </p:nvSpPr>
        <p:spPr>
          <a:xfrm rot="10800000">
            <a:off x="10120456" y="148971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10243646" y="166370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等腰三角形 7"/>
          <p:cNvSpPr/>
          <p:nvPr/>
        </p:nvSpPr>
        <p:spPr>
          <a:xfrm rot="10800000">
            <a:off x="8693611" y="276288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8816166" y="293687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0800000">
            <a:off x="10124901" y="276288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0248091" y="293687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8816166" y="787400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10243646" y="1033145"/>
            <a:ext cx="527050" cy="456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8816166" y="2210435"/>
            <a:ext cx="664845" cy="552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147521" y="242570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27000" imgH="177165" progId="Equation.KSEE3">
                  <p:embed/>
                </p:oleObj>
              </mc:Choice>
              <mc:Fallback>
                <p:oleObj name="" r:id="rId1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47521" y="242570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/>
          <p:cNvCxnSpPr/>
          <p:nvPr/>
        </p:nvCxnSpPr>
        <p:spPr>
          <a:xfrm>
            <a:off x="9624521" y="787400"/>
            <a:ext cx="634365" cy="695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428306" y="1483360"/>
          <a:ext cx="257810" cy="3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3" imgW="139700" imgH="177165" progId="Equation.KSEE3">
                  <p:embed/>
                </p:oleObj>
              </mc:Choice>
              <mc:Fallback>
                <p:oleObj name="" r:id="rId3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28306" y="1483360"/>
                        <a:ext cx="257810" cy="3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826451" y="118618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5" imgW="127000" imgH="177165" progId="Equation.KSEE3">
                  <p:embed/>
                </p:oleObj>
              </mc:Choice>
              <mc:Fallback>
                <p:oleObj name="" r:id="rId5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826451" y="118618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558356" y="2049780"/>
          <a:ext cx="257810" cy="3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139700" imgH="177165" progId="Equation.KSEE3">
                  <p:embed/>
                </p:oleObj>
              </mc:Choice>
              <mc:Fallback>
                <p:oleObj name="" r:id="rId6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58356" y="2049780"/>
                        <a:ext cx="257810" cy="3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直接连接符 22"/>
          <p:cNvCxnSpPr/>
          <p:nvPr/>
        </p:nvCxnSpPr>
        <p:spPr>
          <a:xfrm>
            <a:off x="8816166" y="1508125"/>
            <a:ext cx="664845" cy="732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5" name="对象 2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17461" y="690880"/>
          <a:ext cx="416560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7" imgW="254000" imgH="215900" progId="Equation.KSEE3">
                  <p:embed/>
                </p:oleObj>
              </mc:Choice>
              <mc:Fallback>
                <p:oleObj name="" r:id="rId7" imgW="254000" imgH="2159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017461" y="690880"/>
                        <a:ext cx="416560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26326" y="229489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9" imgW="127000" imgH="177165" progId="Equation.KSEE3">
                  <p:embed/>
                </p:oleObj>
              </mc:Choice>
              <mc:Fallback>
                <p:oleObj name="" r:id="rId9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26326" y="229489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051116" y="2497455"/>
          <a:ext cx="445770" cy="36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10" imgW="266700" imgH="215900" progId="Equation.KSEE3">
                  <p:embed/>
                </p:oleObj>
              </mc:Choice>
              <mc:Fallback>
                <p:oleObj name="" r:id="rId10" imgW="266700" imgH="215900" progId="Equation.KSEE3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051116" y="2497455"/>
                        <a:ext cx="445770" cy="360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箭头连接符 3"/>
          <p:cNvCxnSpPr/>
          <p:nvPr/>
        </p:nvCxnSpPr>
        <p:spPr>
          <a:xfrm flipH="1">
            <a:off x="8806006" y="685165"/>
            <a:ext cx="20955" cy="302006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V="1">
            <a:off x="7999556" y="1483360"/>
            <a:ext cx="3150235" cy="12065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0" name="对象 2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487871" y="3322320"/>
          <a:ext cx="205740" cy="226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2" imgW="127000" imgH="139700" progId="Equation.KSEE3">
                  <p:embed/>
                </p:oleObj>
              </mc:Choice>
              <mc:Fallback>
                <p:oleObj name="" r:id="rId12" imgW="127000" imgH="1397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487871" y="3322320"/>
                        <a:ext cx="205740" cy="226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851976" y="1534160"/>
          <a:ext cx="207645" cy="245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" r:id="rId14" imgW="139700" imgH="165100" progId="Equation.KSEE3">
                  <p:embed/>
                </p:oleObj>
              </mc:Choice>
              <mc:Fallback>
                <p:oleObj name="" r:id="rId14" imgW="139700" imgH="165100" progId="Equation.KSEE3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851976" y="1534160"/>
                        <a:ext cx="207645" cy="245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39256" y="1546860"/>
          <a:ext cx="55435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" r:id="rId16" imgW="431800" imgH="203200" progId="Equation.KSEE3">
                  <p:embed/>
                </p:oleObj>
              </mc:Choice>
              <mc:Fallback>
                <p:oleObj name="" r:id="rId16" imgW="4318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139256" y="1546860"/>
                        <a:ext cx="55435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276666" y="1591945"/>
          <a:ext cx="58864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18" imgW="457200" imgH="203200" progId="Equation.KSEE3">
                  <p:embed/>
                </p:oleObj>
              </mc:Choice>
              <mc:Fallback>
                <p:oleObj name="" r:id="rId18" imgW="4572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276666" y="1591945"/>
                        <a:ext cx="58864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0353501" y="2936875"/>
          <a:ext cx="58864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" r:id="rId20" imgW="457200" imgH="203200" progId="Equation.KSEE3">
                  <p:embed/>
                </p:oleObj>
              </mc:Choice>
              <mc:Fallback>
                <p:oleObj name="" r:id="rId20" imgW="4572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0353501" y="2936875"/>
                        <a:ext cx="58864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130366" y="2936875"/>
          <a:ext cx="57213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22" imgW="444500" imgH="203200" progId="Equation.KSEE3">
                  <p:embed/>
                </p:oleObj>
              </mc:Choice>
              <mc:Fallback>
                <p:oleObj name="" r:id="rId22" imgW="4445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130366" y="2936875"/>
                        <a:ext cx="57213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等腰三角形 40"/>
          <p:cNvSpPr/>
          <p:nvPr/>
        </p:nvSpPr>
        <p:spPr>
          <a:xfrm rot="10800000">
            <a:off x="3024331" y="293433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3147521" y="310832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3" name="对象 4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268806" y="3108325"/>
          <a:ext cx="55689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" r:id="rId24" imgW="431800" imgH="203200" progId="Equation.KSEE3">
                  <p:embed/>
                </p:oleObj>
              </mc:Choice>
              <mc:Fallback>
                <p:oleObj name="" r:id="rId24" imgW="4318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268806" y="3108325"/>
                        <a:ext cx="55689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等腰三角形 44"/>
          <p:cNvSpPr/>
          <p:nvPr/>
        </p:nvSpPr>
        <p:spPr>
          <a:xfrm rot="10800000">
            <a:off x="4113356" y="294386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 flipV="1">
            <a:off x="4236546" y="311785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47" name="对象 4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41321" y="3117850"/>
          <a:ext cx="58991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26" imgW="457200" imgH="203200" progId="Equation.KSEE3">
                  <p:embed/>
                </p:oleObj>
              </mc:Choice>
              <mc:Fallback>
                <p:oleObj name="" r:id="rId26" imgW="4572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41321" y="3117850"/>
                        <a:ext cx="58991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等腰三角形 48"/>
          <p:cNvSpPr/>
          <p:nvPr/>
        </p:nvSpPr>
        <p:spPr>
          <a:xfrm rot="10800000">
            <a:off x="5096336" y="2934335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0" name="直接连接符 49"/>
          <p:cNvCxnSpPr/>
          <p:nvPr/>
        </p:nvCxnSpPr>
        <p:spPr>
          <a:xfrm flipV="1">
            <a:off x="5219526" y="3108325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1" name="对象 5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342081" y="3108325"/>
          <a:ext cx="573405" cy="260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" r:id="rId28" imgW="444500" imgH="203200" progId="Equation.KSEE3">
                  <p:embed/>
                </p:oleObj>
              </mc:Choice>
              <mc:Fallback>
                <p:oleObj name="" r:id="rId28" imgW="444500" imgH="203200" progId="Equation.KSEE3">
                  <p:embed/>
                  <p:pic>
                    <p:nvPicPr>
                      <p:cNvPr id="0" name="图片 10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342081" y="3108325"/>
                        <a:ext cx="573405" cy="260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直接箭头连接符 52"/>
          <p:cNvCxnSpPr/>
          <p:nvPr/>
        </p:nvCxnSpPr>
        <p:spPr>
          <a:xfrm flipH="1">
            <a:off x="3143711" y="2247900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4236546" y="2241550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 flipH="1">
            <a:off x="5219526" y="2232025"/>
            <a:ext cx="818515" cy="702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2663016" y="2940050"/>
            <a:ext cx="3459480" cy="1016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H="1">
            <a:off x="3143711" y="2172335"/>
            <a:ext cx="3810" cy="160718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H="1">
            <a:off x="4232736" y="2172335"/>
            <a:ext cx="3810" cy="160718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5222066" y="2172335"/>
            <a:ext cx="1270" cy="1597025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1" name="对象 6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8877761" y="977900"/>
          <a:ext cx="2254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" name="" r:id="rId30" imgW="127000" imgH="177165" progId="Equation.KSEE3">
                  <p:embed/>
                </p:oleObj>
              </mc:Choice>
              <mc:Fallback>
                <p:oleObj name="" r:id="rId30" imgW="1270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877761" y="977900"/>
                        <a:ext cx="22542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直接连接符 62"/>
          <p:cNvCxnSpPr/>
          <p:nvPr/>
        </p:nvCxnSpPr>
        <p:spPr>
          <a:xfrm flipH="1" flipV="1">
            <a:off x="3799031" y="2397760"/>
            <a:ext cx="429895" cy="5422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6" name="对象 6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567891" y="2622550"/>
          <a:ext cx="257810" cy="327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" r:id="rId31" imgW="139700" imgH="177165" progId="Equation.KSEE3">
                  <p:embed/>
                </p:oleObj>
              </mc:Choice>
              <mc:Fallback>
                <p:oleObj name="" r:id="rId31" imgW="139700" imgH="177165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7891" y="2622550"/>
                        <a:ext cx="257810" cy="327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/>
          <p:cNvSpPr txBox="1"/>
          <p:nvPr/>
        </p:nvSpPr>
        <p:spPr>
          <a:xfrm>
            <a:off x="2833370" y="3855085"/>
            <a:ext cx="311848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(a) ULAs Layout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030845" y="3855085"/>
            <a:ext cx="311848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(b) Rectangular Layout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7" name="等腰三角形 56"/>
          <p:cNvSpPr/>
          <p:nvPr/>
        </p:nvSpPr>
        <p:spPr>
          <a:xfrm rot="10800000">
            <a:off x="3023061" y="59436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4" name="直接连接符 63"/>
          <p:cNvCxnSpPr/>
          <p:nvPr/>
        </p:nvCxnSpPr>
        <p:spPr>
          <a:xfrm flipV="1">
            <a:off x="3146251" y="76835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3516630" y="594360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Rx antenna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 flipV="1">
            <a:off x="2890175" y="1381760"/>
            <a:ext cx="482600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3516630" y="1127125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Signal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5110135" y="1139190"/>
            <a:ext cx="1905" cy="347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5222875" y="1121410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Normal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73" name="直接连接符 72"/>
          <p:cNvCxnSpPr/>
          <p:nvPr/>
        </p:nvCxnSpPr>
        <p:spPr>
          <a:xfrm>
            <a:off x="4966161" y="761365"/>
            <a:ext cx="304800" cy="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5219065" y="594360"/>
            <a:ext cx="14141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A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rray axis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2241" y="1794649"/>
            <a:ext cx="107667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endParaRPr lang="en-US" altLang="zh-CN" sz="3200" dirty="0">
              <a:latin typeface="Kaiti TC" panose="02010600040101010101" pitchFamily="2" charset="-120"/>
              <a:ea typeface="Kaiti TC" panose="02010600040101010101" pitchFamily="2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27451" y="2626360"/>
            <a:ext cx="1672590" cy="30734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5127451" y="1981200"/>
            <a:ext cx="2169795" cy="645160"/>
          </a:xfrm>
          <a:prstGeom prst="parallelogram">
            <a:avLst>
              <a:gd name="adj" fmla="val 77362"/>
            </a:avLst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5127451" y="230886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5632911" y="166370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297246" y="166370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6800041" y="2308860"/>
            <a:ext cx="0" cy="317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0800000">
            <a:off x="5004261" y="213487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10800000">
            <a:off x="5510356" y="148971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等腰三角形 11"/>
          <p:cNvSpPr/>
          <p:nvPr/>
        </p:nvSpPr>
        <p:spPr>
          <a:xfrm rot="10800000">
            <a:off x="7174056" y="148971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等腰三角形 13"/>
          <p:cNvSpPr/>
          <p:nvPr/>
        </p:nvSpPr>
        <p:spPr>
          <a:xfrm rot="10800000">
            <a:off x="6676851" y="2134870"/>
            <a:ext cx="245745" cy="173990"/>
          </a:xfrm>
          <a:prstGeom prst="triangl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6796231" y="2298700"/>
            <a:ext cx="501650" cy="63436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7292166" y="1991360"/>
            <a:ext cx="5080" cy="31813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15641" y="2043430"/>
          <a:ext cx="38862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266700" imgH="215900" progId="Equation.KSEE3">
                  <p:embed/>
                </p:oleObj>
              </mc:Choice>
              <mc:Fallback>
                <p:oleObj name="" r:id="rId1" imgW="2667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15641" y="2043430"/>
                        <a:ext cx="388620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269499" y="2043430"/>
          <a:ext cx="42608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3" imgW="292100" imgH="215900" progId="Equation.KSEE3">
                  <p:embed/>
                </p:oleObj>
              </mc:Choice>
              <mc:Fallback>
                <p:oleObj name="" r:id="rId3" imgW="292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69499" y="2043430"/>
                        <a:ext cx="426085" cy="314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704792" y="1483995"/>
          <a:ext cx="40767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5" imgW="279400" imgH="228600" progId="Equation.KSEE3">
                  <p:embed/>
                </p:oleObj>
              </mc:Choice>
              <mc:Fallback>
                <p:oleObj name="" r:id="rId5" imgW="2794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04792" y="1483995"/>
                        <a:ext cx="407670" cy="33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093162" y="1493203"/>
          <a:ext cx="426720" cy="31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7" imgW="292100" imgH="215900" progId="Equation.KSEE3">
                  <p:embed/>
                </p:oleObj>
              </mc:Choice>
              <mc:Fallback>
                <p:oleObj name="" r:id="rId7" imgW="2921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93162" y="1493203"/>
                        <a:ext cx="426720" cy="314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弦形 36"/>
          <p:cNvSpPr/>
          <p:nvPr/>
        </p:nvSpPr>
        <p:spPr>
          <a:xfrm rot="15000000" flipV="1">
            <a:off x="2896696" y="-287655"/>
            <a:ext cx="5514340" cy="8124825"/>
          </a:xfrm>
          <a:prstGeom prst="chord">
            <a:avLst>
              <a:gd name="adj1" fmla="val 2711940"/>
              <a:gd name="adj2" fmla="val 16200000"/>
            </a:avLst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连接符 37"/>
          <p:cNvCxnSpPr/>
          <p:nvPr/>
        </p:nvCxnSpPr>
        <p:spPr>
          <a:xfrm flipH="1">
            <a:off x="2979881" y="2387600"/>
            <a:ext cx="3105150" cy="396430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2415366" y="2399030"/>
            <a:ext cx="3658235" cy="35306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H="1">
            <a:off x="2003251" y="2411095"/>
            <a:ext cx="4070350" cy="91757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1756236" y="2422525"/>
            <a:ext cx="4281805" cy="161163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1768301" y="2399030"/>
            <a:ext cx="4293235" cy="252920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H="1">
            <a:off x="2215341" y="2387600"/>
            <a:ext cx="3858260" cy="33877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050106" y="2399030"/>
            <a:ext cx="3540760" cy="3651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6038041" y="2387600"/>
            <a:ext cx="3411220" cy="13779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6026611" y="2387600"/>
            <a:ext cx="2599690" cy="27190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6026611" y="2411095"/>
            <a:ext cx="635000" cy="393065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>
            <a:off x="4568016" y="2399030"/>
            <a:ext cx="1446530" cy="434276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2450291" y="636270"/>
            <a:ext cx="4969510" cy="6423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弦形 57"/>
          <p:cNvSpPr/>
          <p:nvPr/>
        </p:nvSpPr>
        <p:spPr>
          <a:xfrm rot="15000000" flipV="1">
            <a:off x="4321001" y="966470"/>
            <a:ext cx="3193415" cy="4260850"/>
          </a:xfrm>
          <a:prstGeom prst="chord">
            <a:avLst>
              <a:gd name="adj1" fmla="val 2842115"/>
              <a:gd name="adj2" fmla="val 16200000"/>
            </a:avLst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弦形 58"/>
          <p:cNvSpPr/>
          <p:nvPr/>
        </p:nvSpPr>
        <p:spPr>
          <a:xfrm rot="15000000" flipV="1">
            <a:off x="4917901" y="1696085"/>
            <a:ext cx="1800225" cy="2100580"/>
          </a:xfrm>
          <a:prstGeom prst="chord">
            <a:avLst>
              <a:gd name="adj1" fmla="val 2921969"/>
              <a:gd name="adj2" fmla="val 16187916"/>
            </a:avLst>
          </a:prstGeom>
          <a:noFill/>
          <a:ln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 43"/>
          <p:cNvSpPr/>
          <p:nvPr/>
        </p:nvSpPr>
        <p:spPr>
          <a:xfrm rot="10800000">
            <a:off x="2379806" y="1026160"/>
            <a:ext cx="9624060" cy="517588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043" h="3075">
                <a:moveTo>
                  <a:pt x="3522" y="0"/>
                </a:moveTo>
                <a:cubicBezTo>
                  <a:pt x="5466" y="0"/>
                  <a:pt x="7043" y="1359"/>
                  <a:pt x="7043" y="3036"/>
                </a:cubicBezTo>
                <a:cubicBezTo>
                  <a:pt x="7043" y="3049"/>
                  <a:pt x="7043" y="3062"/>
                  <a:pt x="7043" y="3075"/>
                </a:cubicBezTo>
                <a:lnTo>
                  <a:pt x="7043" y="3075"/>
                </a:lnTo>
                <a:lnTo>
                  <a:pt x="0" y="3075"/>
                </a:lnTo>
                <a:lnTo>
                  <a:pt x="0" y="3075"/>
                </a:lnTo>
                <a:cubicBezTo>
                  <a:pt x="0" y="3062"/>
                  <a:pt x="0" y="3049"/>
                  <a:pt x="0" y="3036"/>
                </a:cubicBezTo>
                <a:cubicBezTo>
                  <a:pt x="0" y="1359"/>
                  <a:pt x="1577" y="0"/>
                  <a:pt x="352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/>
        </p:nvSpPr>
        <p:spPr>
          <a:xfrm rot="10800000">
            <a:off x="3056716" y="1026160"/>
            <a:ext cx="8270875" cy="4622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043" h="3075">
                <a:moveTo>
                  <a:pt x="3522" y="0"/>
                </a:moveTo>
                <a:cubicBezTo>
                  <a:pt x="5466" y="0"/>
                  <a:pt x="7043" y="1359"/>
                  <a:pt x="7043" y="3036"/>
                </a:cubicBezTo>
                <a:cubicBezTo>
                  <a:pt x="7043" y="3049"/>
                  <a:pt x="7043" y="3062"/>
                  <a:pt x="7043" y="3075"/>
                </a:cubicBezTo>
                <a:lnTo>
                  <a:pt x="7043" y="3075"/>
                </a:lnTo>
                <a:lnTo>
                  <a:pt x="0" y="3075"/>
                </a:lnTo>
                <a:lnTo>
                  <a:pt x="0" y="3075"/>
                </a:lnTo>
                <a:cubicBezTo>
                  <a:pt x="0" y="3062"/>
                  <a:pt x="0" y="3049"/>
                  <a:pt x="0" y="3036"/>
                </a:cubicBezTo>
                <a:cubicBezTo>
                  <a:pt x="0" y="1359"/>
                  <a:pt x="1577" y="0"/>
                  <a:pt x="352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/>
        </p:nvSpPr>
        <p:spPr>
          <a:xfrm rot="10800000">
            <a:off x="5279851" y="1026160"/>
            <a:ext cx="3825875" cy="16376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043" h="3075">
                <a:moveTo>
                  <a:pt x="3522" y="0"/>
                </a:moveTo>
                <a:cubicBezTo>
                  <a:pt x="5466" y="0"/>
                  <a:pt x="7043" y="1359"/>
                  <a:pt x="7043" y="3036"/>
                </a:cubicBezTo>
                <a:cubicBezTo>
                  <a:pt x="7043" y="3049"/>
                  <a:pt x="7043" y="3062"/>
                  <a:pt x="7043" y="3075"/>
                </a:cubicBezTo>
                <a:lnTo>
                  <a:pt x="7043" y="3075"/>
                </a:lnTo>
                <a:lnTo>
                  <a:pt x="0" y="3075"/>
                </a:lnTo>
                <a:lnTo>
                  <a:pt x="0" y="3075"/>
                </a:lnTo>
                <a:cubicBezTo>
                  <a:pt x="0" y="3062"/>
                  <a:pt x="0" y="3049"/>
                  <a:pt x="0" y="3036"/>
                </a:cubicBezTo>
                <a:cubicBezTo>
                  <a:pt x="0" y="1359"/>
                  <a:pt x="1577" y="0"/>
                  <a:pt x="352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 rot="10800000">
            <a:off x="5767531" y="1026160"/>
            <a:ext cx="2733040" cy="107188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043" h="3075">
                <a:moveTo>
                  <a:pt x="3522" y="0"/>
                </a:moveTo>
                <a:cubicBezTo>
                  <a:pt x="5466" y="0"/>
                  <a:pt x="7043" y="1359"/>
                  <a:pt x="7043" y="3036"/>
                </a:cubicBezTo>
                <a:cubicBezTo>
                  <a:pt x="7043" y="3049"/>
                  <a:pt x="7043" y="3062"/>
                  <a:pt x="7043" y="3075"/>
                </a:cubicBezTo>
                <a:lnTo>
                  <a:pt x="7043" y="3075"/>
                </a:lnTo>
                <a:lnTo>
                  <a:pt x="0" y="3075"/>
                </a:lnTo>
                <a:lnTo>
                  <a:pt x="0" y="3075"/>
                </a:lnTo>
                <a:cubicBezTo>
                  <a:pt x="0" y="3062"/>
                  <a:pt x="0" y="3049"/>
                  <a:pt x="0" y="3036"/>
                </a:cubicBezTo>
                <a:cubicBezTo>
                  <a:pt x="0" y="1359"/>
                  <a:pt x="1577" y="0"/>
                  <a:pt x="352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/>
        </p:nvSpPr>
        <p:spPr>
          <a:xfrm rot="10800000">
            <a:off x="6450156" y="1026160"/>
            <a:ext cx="1485265" cy="55499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043" h="3075">
                <a:moveTo>
                  <a:pt x="3522" y="0"/>
                </a:moveTo>
                <a:cubicBezTo>
                  <a:pt x="5466" y="0"/>
                  <a:pt x="7043" y="1359"/>
                  <a:pt x="7043" y="3036"/>
                </a:cubicBezTo>
                <a:cubicBezTo>
                  <a:pt x="7043" y="3049"/>
                  <a:pt x="7043" y="3062"/>
                  <a:pt x="7043" y="3075"/>
                </a:cubicBezTo>
                <a:lnTo>
                  <a:pt x="7043" y="3075"/>
                </a:lnTo>
                <a:lnTo>
                  <a:pt x="0" y="3075"/>
                </a:lnTo>
                <a:lnTo>
                  <a:pt x="0" y="3075"/>
                </a:lnTo>
                <a:cubicBezTo>
                  <a:pt x="0" y="3062"/>
                  <a:pt x="0" y="3049"/>
                  <a:pt x="0" y="3036"/>
                </a:cubicBezTo>
                <a:cubicBezTo>
                  <a:pt x="0" y="1359"/>
                  <a:pt x="1577" y="0"/>
                  <a:pt x="3522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cxnSp>
        <p:nvCxnSpPr>
          <p:cNvPr id="51" name="直接连接符 50"/>
          <p:cNvCxnSpPr>
            <a:stCxn id="50" idx="4"/>
          </p:cNvCxnSpPr>
          <p:nvPr/>
        </p:nvCxnSpPr>
        <p:spPr>
          <a:xfrm>
            <a:off x="7193106" y="1026160"/>
            <a:ext cx="17780" cy="519620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50" idx="4"/>
          </p:cNvCxnSpPr>
          <p:nvPr/>
        </p:nvCxnSpPr>
        <p:spPr>
          <a:xfrm flipH="1">
            <a:off x="3646631" y="1026160"/>
            <a:ext cx="3546475" cy="346710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187391" y="1022985"/>
            <a:ext cx="3575685" cy="349377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4578811" y="1034415"/>
            <a:ext cx="2599690" cy="432943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50" idx="4"/>
          </p:cNvCxnSpPr>
          <p:nvPr/>
        </p:nvCxnSpPr>
        <p:spPr>
          <a:xfrm flipH="1">
            <a:off x="5766896" y="1026160"/>
            <a:ext cx="1426210" cy="494919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50" idx="4"/>
          </p:cNvCxnSpPr>
          <p:nvPr/>
        </p:nvCxnSpPr>
        <p:spPr>
          <a:xfrm>
            <a:off x="7193106" y="1026160"/>
            <a:ext cx="1464945" cy="493712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50" idx="4"/>
          </p:cNvCxnSpPr>
          <p:nvPr/>
        </p:nvCxnSpPr>
        <p:spPr>
          <a:xfrm>
            <a:off x="7193106" y="1026160"/>
            <a:ext cx="2618105" cy="431355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2929081" y="1022985"/>
            <a:ext cx="4258310" cy="244665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>
            <a:off x="2506171" y="1010920"/>
            <a:ext cx="4669790" cy="130619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50" idx="4"/>
          </p:cNvCxnSpPr>
          <p:nvPr/>
        </p:nvCxnSpPr>
        <p:spPr>
          <a:xfrm>
            <a:off x="7193106" y="1026160"/>
            <a:ext cx="4676140" cy="1278890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175961" y="1022985"/>
            <a:ext cx="4258310" cy="2446655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3564081" y="1363980"/>
            <a:ext cx="1329690" cy="21780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1856566" y="633730"/>
            <a:ext cx="785495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m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2769061" y="610235"/>
            <a:ext cx="785495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99m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184726" y="610235"/>
            <a:ext cx="589915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1m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5583381" y="610235"/>
            <a:ext cx="589915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3m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982036" y="610235"/>
            <a:ext cx="589915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5m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9" name="图片 78" descr="信号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6556" y="343535"/>
            <a:ext cx="690880" cy="690880"/>
          </a:xfrm>
          <a:prstGeom prst="rect">
            <a:avLst/>
          </a:prstGeom>
        </p:spPr>
      </p:pic>
      <p:cxnSp>
        <p:nvCxnSpPr>
          <p:cNvPr id="80" name="直接箭头连接符 79"/>
          <p:cNvCxnSpPr/>
          <p:nvPr/>
        </p:nvCxnSpPr>
        <p:spPr>
          <a:xfrm>
            <a:off x="3705686" y="2045970"/>
            <a:ext cx="46990" cy="2355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 flipH="1" flipV="1">
            <a:off x="3858086" y="2622550"/>
            <a:ext cx="118110" cy="1885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3554556" y="2268220"/>
            <a:ext cx="554990" cy="3543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15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°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83" name="图片 82" descr="路由器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2676" y="2971800"/>
            <a:ext cx="589915" cy="589915"/>
          </a:xfrm>
          <a:prstGeom prst="rect">
            <a:avLst/>
          </a:prstGeom>
        </p:spPr>
      </p:pic>
      <p:pic>
        <p:nvPicPr>
          <p:cNvPr id="84" name="图片 83" descr="叉-圆环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19606" y="2971800"/>
            <a:ext cx="326390" cy="326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矩形 298"/>
          <p:cNvSpPr/>
          <p:nvPr/>
        </p:nvSpPr>
        <p:spPr>
          <a:xfrm>
            <a:off x="21803821" y="1954530"/>
            <a:ext cx="923290" cy="27819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9049559" y="1826895"/>
            <a:ext cx="1975485" cy="1965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3031931" y="607695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4162866" y="607695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 rot="16200000">
            <a:off x="13079095" y="1683385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12214686" y="1798955"/>
            <a:ext cx="699770" cy="132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>
            <p:custDataLst>
              <p:tags r:id="rId4"/>
            </p:custDataLst>
          </p:nvPr>
        </p:nvSpPr>
        <p:spPr>
          <a:xfrm>
            <a:off x="13108766" y="873125"/>
            <a:ext cx="467360" cy="4279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>
            <p:custDataLst>
              <p:tags r:id="rId5"/>
            </p:custDataLst>
          </p:nvPr>
        </p:nvSpPr>
        <p:spPr>
          <a:xfrm>
            <a:off x="13108766" y="1651000"/>
            <a:ext cx="467360" cy="4279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>
            <p:custDataLst>
              <p:tags r:id="rId6"/>
            </p:custDataLst>
          </p:nvPr>
        </p:nvSpPr>
        <p:spPr>
          <a:xfrm>
            <a:off x="13108766" y="2428875"/>
            <a:ext cx="467360" cy="4279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15371906" y="631190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16502841" y="631190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 rot="16200000">
            <a:off x="15419705" y="1669415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9" name="椭圆 18"/>
          <p:cNvSpPr/>
          <p:nvPr>
            <p:custDataLst>
              <p:tags r:id="rId10"/>
            </p:custDataLst>
          </p:nvPr>
        </p:nvSpPr>
        <p:spPr>
          <a:xfrm>
            <a:off x="15448741" y="896620"/>
            <a:ext cx="467360" cy="4279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15448741" y="1674495"/>
            <a:ext cx="467360" cy="4279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>
            <p:custDataLst>
              <p:tags r:id="rId12"/>
            </p:custDataLst>
          </p:nvPr>
        </p:nvSpPr>
        <p:spPr>
          <a:xfrm>
            <a:off x="15448741" y="2452370"/>
            <a:ext cx="467360" cy="4279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3"/>
            </p:custDataLst>
          </p:nvPr>
        </p:nvSpPr>
        <p:spPr>
          <a:xfrm>
            <a:off x="17633776" y="631190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14"/>
            </p:custDataLst>
          </p:nvPr>
        </p:nvSpPr>
        <p:spPr>
          <a:xfrm>
            <a:off x="18764711" y="631190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 rot="16200000">
            <a:off x="17677130" y="1683385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5" name="椭圆 24"/>
          <p:cNvSpPr/>
          <p:nvPr>
            <p:custDataLst>
              <p:tags r:id="rId16"/>
            </p:custDataLst>
          </p:nvPr>
        </p:nvSpPr>
        <p:spPr>
          <a:xfrm>
            <a:off x="17710611" y="896620"/>
            <a:ext cx="467360" cy="4279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>
            <p:custDataLst>
              <p:tags r:id="rId17"/>
            </p:custDataLst>
          </p:nvPr>
        </p:nvSpPr>
        <p:spPr>
          <a:xfrm>
            <a:off x="17710611" y="1674495"/>
            <a:ext cx="467360" cy="4279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椭圆 26"/>
          <p:cNvSpPr/>
          <p:nvPr>
            <p:custDataLst>
              <p:tags r:id="rId18"/>
            </p:custDataLst>
          </p:nvPr>
        </p:nvSpPr>
        <p:spPr>
          <a:xfrm>
            <a:off x="17710611" y="2452370"/>
            <a:ext cx="467360" cy="4279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19"/>
            </p:custDataLst>
          </p:nvPr>
        </p:nvSpPr>
        <p:spPr>
          <a:xfrm>
            <a:off x="19895646" y="607695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>
            <p:custDataLst>
              <p:tags r:id="rId20"/>
            </p:custDataLst>
          </p:nvPr>
        </p:nvSpPr>
        <p:spPr>
          <a:xfrm>
            <a:off x="21026581" y="607695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1"/>
            </p:custDataLst>
          </p:nvPr>
        </p:nvSpPr>
        <p:spPr>
          <a:xfrm rot="16200000">
            <a:off x="19963765" y="1683385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31" name="椭圆 30"/>
          <p:cNvSpPr/>
          <p:nvPr>
            <p:custDataLst>
              <p:tags r:id="rId22"/>
            </p:custDataLst>
          </p:nvPr>
        </p:nvSpPr>
        <p:spPr>
          <a:xfrm>
            <a:off x="19972481" y="873125"/>
            <a:ext cx="467360" cy="4279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椭圆 31"/>
          <p:cNvSpPr/>
          <p:nvPr>
            <p:custDataLst>
              <p:tags r:id="rId23"/>
            </p:custDataLst>
          </p:nvPr>
        </p:nvSpPr>
        <p:spPr>
          <a:xfrm>
            <a:off x="19972481" y="1651000"/>
            <a:ext cx="467360" cy="4279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椭圆 32"/>
          <p:cNvSpPr/>
          <p:nvPr>
            <p:custDataLst>
              <p:tags r:id="rId24"/>
            </p:custDataLst>
          </p:nvPr>
        </p:nvSpPr>
        <p:spPr>
          <a:xfrm>
            <a:off x="19972481" y="2428875"/>
            <a:ext cx="467360" cy="4279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5" name="直接箭头连接符 34"/>
          <p:cNvCxnSpPr/>
          <p:nvPr>
            <p:custDataLst>
              <p:tags r:id="rId25"/>
            </p:custDataLst>
          </p:nvPr>
        </p:nvCxnSpPr>
        <p:spPr>
          <a:xfrm>
            <a:off x="16880666" y="1152525"/>
            <a:ext cx="8420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26"/>
            </p:custDataLst>
          </p:nvPr>
        </p:nvCxnSpPr>
        <p:spPr>
          <a:xfrm>
            <a:off x="16870506" y="1152525"/>
            <a:ext cx="854710" cy="73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27"/>
            </p:custDataLst>
          </p:nvPr>
        </p:nvCxnSpPr>
        <p:spPr>
          <a:xfrm>
            <a:off x="16860981" y="1162685"/>
            <a:ext cx="84137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>
            <p:custDataLst>
              <p:tags r:id="rId28"/>
            </p:custDataLst>
          </p:nvPr>
        </p:nvCxnSpPr>
        <p:spPr>
          <a:xfrm flipV="1">
            <a:off x="16884476" y="1183005"/>
            <a:ext cx="797560" cy="694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>
            <p:custDataLst>
              <p:tags r:id="rId29"/>
            </p:custDataLst>
          </p:nvPr>
        </p:nvCxnSpPr>
        <p:spPr>
          <a:xfrm flipV="1">
            <a:off x="16884476" y="1872615"/>
            <a:ext cx="8178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30"/>
            </p:custDataLst>
          </p:nvPr>
        </p:nvCxnSpPr>
        <p:spPr>
          <a:xfrm>
            <a:off x="16890826" y="1872615"/>
            <a:ext cx="801370" cy="801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>
            <p:custDataLst>
              <p:tags r:id="rId31"/>
            </p:custDataLst>
          </p:nvPr>
        </p:nvCxnSpPr>
        <p:spPr>
          <a:xfrm flipV="1">
            <a:off x="16850821" y="1162685"/>
            <a:ext cx="86169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>
            <p:custDataLst>
              <p:tags r:id="rId32"/>
            </p:custDataLst>
          </p:nvPr>
        </p:nvCxnSpPr>
        <p:spPr>
          <a:xfrm flipV="1">
            <a:off x="16850821" y="1889125"/>
            <a:ext cx="874395" cy="774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>
            <p:custDataLst>
              <p:tags r:id="rId33"/>
            </p:custDataLst>
          </p:nvPr>
        </p:nvCxnSpPr>
        <p:spPr>
          <a:xfrm flipV="1">
            <a:off x="16860981" y="2653665"/>
            <a:ext cx="81089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>
            <p:custDataLst>
              <p:tags r:id="rId34"/>
            </p:custDataLst>
          </p:nvPr>
        </p:nvCxnSpPr>
        <p:spPr>
          <a:xfrm>
            <a:off x="14540056" y="1142365"/>
            <a:ext cx="8420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>
            <p:custDataLst>
              <p:tags r:id="rId35"/>
            </p:custDataLst>
          </p:nvPr>
        </p:nvCxnSpPr>
        <p:spPr>
          <a:xfrm>
            <a:off x="14529896" y="1142365"/>
            <a:ext cx="854710" cy="73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>
            <p:custDataLst>
              <p:tags r:id="rId36"/>
            </p:custDataLst>
          </p:nvPr>
        </p:nvCxnSpPr>
        <p:spPr>
          <a:xfrm>
            <a:off x="14520371" y="1152525"/>
            <a:ext cx="84137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>
            <p:custDataLst>
              <p:tags r:id="rId37"/>
            </p:custDataLst>
          </p:nvPr>
        </p:nvCxnSpPr>
        <p:spPr>
          <a:xfrm flipV="1">
            <a:off x="14543866" y="1172845"/>
            <a:ext cx="797560" cy="694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>
            <p:custDataLst>
              <p:tags r:id="rId38"/>
            </p:custDataLst>
          </p:nvPr>
        </p:nvCxnSpPr>
        <p:spPr>
          <a:xfrm flipV="1">
            <a:off x="14543866" y="1862455"/>
            <a:ext cx="8178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39"/>
            </p:custDataLst>
          </p:nvPr>
        </p:nvCxnSpPr>
        <p:spPr>
          <a:xfrm>
            <a:off x="14550216" y="1862455"/>
            <a:ext cx="801370" cy="801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>
            <p:custDataLst>
              <p:tags r:id="rId40"/>
            </p:custDataLst>
          </p:nvPr>
        </p:nvCxnSpPr>
        <p:spPr>
          <a:xfrm flipV="1">
            <a:off x="14510211" y="1152525"/>
            <a:ext cx="86169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3" name="直接箭头连接符 72"/>
          <p:cNvCxnSpPr/>
          <p:nvPr>
            <p:custDataLst>
              <p:tags r:id="rId41"/>
            </p:custDataLst>
          </p:nvPr>
        </p:nvCxnSpPr>
        <p:spPr>
          <a:xfrm flipV="1">
            <a:off x="14510211" y="1878965"/>
            <a:ext cx="874395" cy="774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>
            <p:custDataLst>
              <p:tags r:id="rId42"/>
            </p:custDataLst>
          </p:nvPr>
        </p:nvCxnSpPr>
        <p:spPr>
          <a:xfrm flipV="1">
            <a:off x="14520371" y="2643505"/>
            <a:ext cx="81089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>
            <p:custDataLst>
              <p:tags r:id="rId43"/>
            </p:custDataLst>
          </p:nvPr>
        </p:nvCxnSpPr>
        <p:spPr>
          <a:xfrm>
            <a:off x="19127931" y="1169035"/>
            <a:ext cx="8420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>
            <p:custDataLst>
              <p:tags r:id="rId44"/>
            </p:custDataLst>
          </p:nvPr>
        </p:nvCxnSpPr>
        <p:spPr>
          <a:xfrm>
            <a:off x="19117771" y="1169035"/>
            <a:ext cx="854710" cy="73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45"/>
            </p:custDataLst>
          </p:nvPr>
        </p:nvCxnSpPr>
        <p:spPr>
          <a:xfrm>
            <a:off x="19108246" y="1179195"/>
            <a:ext cx="84137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46"/>
            </p:custDataLst>
          </p:nvPr>
        </p:nvCxnSpPr>
        <p:spPr>
          <a:xfrm flipV="1">
            <a:off x="19131741" y="1199515"/>
            <a:ext cx="797560" cy="694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>
            <p:custDataLst>
              <p:tags r:id="rId47"/>
            </p:custDataLst>
          </p:nvPr>
        </p:nvCxnSpPr>
        <p:spPr>
          <a:xfrm flipV="1">
            <a:off x="19131741" y="1889125"/>
            <a:ext cx="8178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>
            <p:custDataLst>
              <p:tags r:id="rId48"/>
            </p:custDataLst>
          </p:nvPr>
        </p:nvCxnSpPr>
        <p:spPr>
          <a:xfrm>
            <a:off x="19138091" y="1889125"/>
            <a:ext cx="801370" cy="801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>
            <p:custDataLst>
              <p:tags r:id="rId49"/>
            </p:custDataLst>
          </p:nvPr>
        </p:nvCxnSpPr>
        <p:spPr>
          <a:xfrm flipV="1">
            <a:off x="19098086" y="1179195"/>
            <a:ext cx="86169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>
            <p:custDataLst>
              <p:tags r:id="rId50"/>
            </p:custDataLst>
          </p:nvPr>
        </p:nvCxnSpPr>
        <p:spPr>
          <a:xfrm flipV="1">
            <a:off x="19098086" y="1905635"/>
            <a:ext cx="874395" cy="774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>
            <p:custDataLst>
              <p:tags r:id="rId51"/>
            </p:custDataLst>
          </p:nvPr>
        </p:nvCxnSpPr>
        <p:spPr>
          <a:xfrm flipV="1">
            <a:off x="19108246" y="2670175"/>
            <a:ext cx="81089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椭圆 89"/>
          <p:cNvSpPr/>
          <p:nvPr/>
        </p:nvSpPr>
        <p:spPr>
          <a:xfrm>
            <a:off x="21995591" y="2406015"/>
            <a:ext cx="467360" cy="4279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7" name="直接箭头连接符 96"/>
          <p:cNvCxnSpPr/>
          <p:nvPr>
            <p:custDataLst>
              <p:tags r:id="rId52"/>
            </p:custDataLst>
          </p:nvPr>
        </p:nvCxnSpPr>
        <p:spPr>
          <a:xfrm>
            <a:off x="13673281" y="113220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>
            <p:custDataLst>
              <p:tags r:id="rId53"/>
            </p:custDataLst>
          </p:nvPr>
        </p:nvCxnSpPr>
        <p:spPr>
          <a:xfrm>
            <a:off x="13685981" y="187706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>
            <p:custDataLst>
              <p:tags r:id="rId54"/>
            </p:custDataLst>
          </p:nvPr>
        </p:nvCxnSpPr>
        <p:spPr>
          <a:xfrm>
            <a:off x="13685981" y="264350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>
            <p:custDataLst>
              <p:tags r:id="rId55"/>
            </p:custDataLst>
          </p:nvPr>
        </p:nvCxnSpPr>
        <p:spPr>
          <a:xfrm>
            <a:off x="16013256" y="113220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>
            <p:custDataLst>
              <p:tags r:id="rId56"/>
            </p:custDataLst>
          </p:nvPr>
        </p:nvCxnSpPr>
        <p:spPr>
          <a:xfrm>
            <a:off x="16025956" y="187706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>
            <p:custDataLst>
              <p:tags r:id="rId57"/>
            </p:custDataLst>
          </p:nvPr>
        </p:nvCxnSpPr>
        <p:spPr>
          <a:xfrm>
            <a:off x="16025956" y="264350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>
            <p:custDataLst>
              <p:tags r:id="rId58"/>
            </p:custDataLst>
          </p:nvPr>
        </p:nvCxnSpPr>
        <p:spPr>
          <a:xfrm>
            <a:off x="18275126" y="117919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>
            <p:custDataLst>
              <p:tags r:id="rId59"/>
            </p:custDataLst>
          </p:nvPr>
        </p:nvCxnSpPr>
        <p:spPr>
          <a:xfrm>
            <a:off x="18287826" y="192405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>
            <p:custDataLst>
              <p:tags r:id="rId60"/>
            </p:custDataLst>
          </p:nvPr>
        </p:nvCxnSpPr>
        <p:spPr>
          <a:xfrm>
            <a:off x="18287826" y="269049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>
            <p:custDataLst>
              <p:tags r:id="rId61"/>
            </p:custDataLst>
          </p:nvPr>
        </p:nvCxnSpPr>
        <p:spPr>
          <a:xfrm>
            <a:off x="20536996" y="117919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>
            <p:custDataLst>
              <p:tags r:id="rId62"/>
            </p:custDataLst>
          </p:nvPr>
        </p:nvCxnSpPr>
        <p:spPr>
          <a:xfrm>
            <a:off x="20549696" y="192405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>
            <p:custDataLst>
              <p:tags r:id="rId63"/>
            </p:custDataLst>
          </p:nvPr>
        </p:nvCxnSpPr>
        <p:spPr>
          <a:xfrm>
            <a:off x="20549696" y="269049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矩形 108"/>
          <p:cNvSpPr/>
          <p:nvPr>
            <p:custDataLst>
              <p:tags r:id="rId64"/>
            </p:custDataLst>
          </p:nvPr>
        </p:nvSpPr>
        <p:spPr>
          <a:xfrm>
            <a:off x="13031931" y="3674110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0" name="矩形 109"/>
          <p:cNvSpPr/>
          <p:nvPr>
            <p:custDataLst>
              <p:tags r:id="rId65"/>
            </p:custDataLst>
          </p:nvPr>
        </p:nvSpPr>
        <p:spPr>
          <a:xfrm>
            <a:off x="14162866" y="3674110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1" name="文本框 110"/>
          <p:cNvSpPr txBox="1"/>
          <p:nvPr>
            <p:custDataLst>
              <p:tags r:id="rId66"/>
            </p:custDataLst>
          </p:nvPr>
        </p:nvSpPr>
        <p:spPr>
          <a:xfrm rot="16200000">
            <a:off x="13079095" y="4759325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2" name="右箭头 111"/>
          <p:cNvSpPr/>
          <p:nvPr/>
        </p:nvSpPr>
        <p:spPr>
          <a:xfrm>
            <a:off x="12214686" y="4865370"/>
            <a:ext cx="699770" cy="13208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3" name="椭圆 112"/>
          <p:cNvSpPr/>
          <p:nvPr>
            <p:custDataLst>
              <p:tags r:id="rId67"/>
            </p:custDataLst>
          </p:nvPr>
        </p:nvSpPr>
        <p:spPr>
          <a:xfrm>
            <a:off x="13108766" y="3939540"/>
            <a:ext cx="467360" cy="4279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椭圆 113"/>
          <p:cNvSpPr/>
          <p:nvPr>
            <p:custDataLst>
              <p:tags r:id="rId68"/>
            </p:custDataLst>
          </p:nvPr>
        </p:nvSpPr>
        <p:spPr>
          <a:xfrm>
            <a:off x="13108766" y="4717415"/>
            <a:ext cx="467360" cy="4279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5" name="椭圆 114"/>
          <p:cNvSpPr/>
          <p:nvPr>
            <p:custDataLst>
              <p:tags r:id="rId69"/>
            </p:custDataLst>
          </p:nvPr>
        </p:nvSpPr>
        <p:spPr>
          <a:xfrm>
            <a:off x="13108766" y="5495290"/>
            <a:ext cx="467360" cy="42799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矩形 115"/>
          <p:cNvSpPr/>
          <p:nvPr>
            <p:custDataLst>
              <p:tags r:id="rId70"/>
            </p:custDataLst>
          </p:nvPr>
        </p:nvSpPr>
        <p:spPr>
          <a:xfrm>
            <a:off x="15371906" y="3697605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矩形 116"/>
          <p:cNvSpPr/>
          <p:nvPr>
            <p:custDataLst>
              <p:tags r:id="rId71"/>
            </p:custDataLst>
          </p:nvPr>
        </p:nvSpPr>
        <p:spPr>
          <a:xfrm>
            <a:off x="16502841" y="3697605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8" name="文本框 117"/>
          <p:cNvSpPr txBox="1"/>
          <p:nvPr>
            <p:custDataLst>
              <p:tags r:id="rId72"/>
            </p:custDataLst>
          </p:nvPr>
        </p:nvSpPr>
        <p:spPr>
          <a:xfrm rot="16200000">
            <a:off x="15419705" y="4782820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19" name="椭圆 118"/>
          <p:cNvSpPr/>
          <p:nvPr>
            <p:custDataLst>
              <p:tags r:id="rId73"/>
            </p:custDataLst>
          </p:nvPr>
        </p:nvSpPr>
        <p:spPr>
          <a:xfrm>
            <a:off x="15448741" y="3963035"/>
            <a:ext cx="467360" cy="4279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椭圆 119"/>
          <p:cNvSpPr/>
          <p:nvPr>
            <p:custDataLst>
              <p:tags r:id="rId74"/>
            </p:custDataLst>
          </p:nvPr>
        </p:nvSpPr>
        <p:spPr>
          <a:xfrm>
            <a:off x="15448741" y="4740910"/>
            <a:ext cx="467360" cy="4279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1" name="椭圆 120"/>
          <p:cNvSpPr/>
          <p:nvPr>
            <p:custDataLst>
              <p:tags r:id="rId75"/>
            </p:custDataLst>
          </p:nvPr>
        </p:nvSpPr>
        <p:spPr>
          <a:xfrm>
            <a:off x="15448741" y="5518785"/>
            <a:ext cx="467360" cy="42799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矩形 121"/>
          <p:cNvSpPr/>
          <p:nvPr>
            <p:custDataLst>
              <p:tags r:id="rId76"/>
            </p:custDataLst>
          </p:nvPr>
        </p:nvSpPr>
        <p:spPr>
          <a:xfrm>
            <a:off x="17633776" y="3697605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3" name="矩形 122"/>
          <p:cNvSpPr/>
          <p:nvPr>
            <p:custDataLst>
              <p:tags r:id="rId77"/>
            </p:custDataLst>
          </p:nvPr>
        </p:nvSpPr>
        <p:spPr>
          <a:xfrm>
            <a:off x="18764711" y="3697605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文本框 123"/>
          <p:cNvSpPr txBox="1"/>
          <p:nvPr>
            <p:custDataLst>
              <p:tags r:id="rId78"/>
            </p:custDataLst>
          </p:nvPr>
        </p:nvSpPr>
        <p:spPr>
          <a:xfrm rot="16200000">
            <a:off x="17701895" y="4782820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25" name="椭圆 124"/>
          <p:cNvSpPr/>
          <p:nvPr>
            <p:custDataLst>
              <p:tags r:id="rId79"/>
            </p:custDataLst>
          </p:nvPr>
        </p:nvSpPr>
        <p:spPr>
          <a:xfrm>
            <a:off x="17710611" y="3963035"/>
            <a:ext cx="467360" cy="4279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椭圆 125"/>
          <p:cNvSpPr/>
          <p:nvPr>
            <p:custDataLst>
              <p:tags r:id="rId80"/>
            </p:custDataLst>
          </p:nvPr>
        </p:nvSpPr>
        <p:spPr>
          <a:xfrm>
            <a:off x="17710611" y="4740910"/>
            <a:ext cx="467360" cy="4279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椭圆 126"/>
          <p:cNvSpPr/>
          <p:nvPr>
            <p:custDataLst>
              <p:tags r:id="rId81"/>
            </p:custDataLst>
          </p:nvPr>
        </p:nvSpPr>
        <p:spPr>
          <a:xfrm>
            <a:off x="17710611" y="5518785"/>
            <a:ext cx="467360" cy="42799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矩形 127"/>
          <p:cNvSpPr/>
          <p:nvPr>
            <p:custDataLst>
              <p:tags r:id="rId82"/>
            </p:custDataLst>
          </p:nvPr>
        </p:nvSpPr>
        <p:spPr>
          <a:xfrm>
            <a:off x="19895646" y="3674110"/>
            <a:ext cx="620395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矩形 128"/>
          <p:cNvSpPr/>
          <p:nvPr>
            <p:custDataLst>
              <p:tags r:id="rId83"/>
            </p:custDataLst>
          </p:nvPr>
        </p:nvSpPr>
        <p:spPr>
          <a:xfrm>
            <a:off x="21026581" y="3674110"/>
            <a:ext cx="367030" cy="25152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0" name="文本框 129"/>
          <p:cNvSpPr txBox="1"/>
          <p:nvPr>
            <p:custDataLst>
              <p:tags r:id="rId84"/>
            </p:custDataLst>
          </p:nvPr>
        </p:nvSpPr>
        <p:spPr>
          <a:xfrm rot="16200000">
            <a:off x="19945350" y="4782820"/>
            <a:ext cx="249174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ReLu + Dropout(p = 0.2)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1" name="椭圆 130"/>
          <p:cNvSpPr/>
          <p:nvPr>
            <p:custDataLst>
              <p:tags r:id="rId85"/>
            </p:custDataLst>
          </p:nvPr>
        </p:nvSpPr>
        <p:spPr>
          <a:xfrm>
            <a:off x="19972481" y="3939540"/>
            <a:ext cx="467360" cy="4279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椭圆 131"/>
          <p:cNvSpPr/>
          <p:nvPr>
            <p:custDataLst>
              <p:tags r:id="rId86"/>
            </p:custDataLst>
          </p:nvPr>
        </p:nvSpPr>
        <p:spPr>
          <a:xfrm>
            <a:off x="19972481" y="4717415"/>
            <a:ext cx="467360" cy="4279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3" name="椭圆 132"/>
          <p:cNvSpPr/>
          <p:nvPr>
            <p:custDataLst>
              <p:tags r:id="rId87"/>
            </p:custDataLst>
          </p:nvPr>
        </p:nvSpPr>
        <p:spPr>
          <a:xfrm>
            <a:off x="19972481" y="5495290"/>
            <a:ext cx="467360" cy="4279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4" name="直接箭头连接符 133"/>
          <p:cNvCxnSpPr/>
          <p:nvPr>
            <p:custDataLst>
              <p:tags r:id="rId88"/>
            </p:custDataLst>
          </p:nvPr>
        </p:nvCxnSpPr>
        <p:spPr>
          <a:xfrm>
            <a:off x="16880666" y="4218940"/>
            <a:ext cx="8420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>
            <p:custDataLst>
              <p:tags r:id="rId89"/>
            </p:custDataLst>
          </p:nvPr>
        </p:nvCxnSpPr>
        <p:spPr>
          <a:xfrm>
            <a:off x="16870506" y="4218940"/>
            <a:ext cx="854710" cy="73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/>
          <p:nvPr>
            <p:custDataLst>
              <p:tags r:id="rId90"/>
            </p:custDataLst>
          </p:nvPr>
        </p:nvCxnSpPr>
        <p:spPr>
          <a:xfrm>
            <a:off x="16860981" y="4229100"/>
            <a:ext cx="84137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>
            <p:custDataLst>
              <p:tags r:id="rId91"/>
            </p:custDataLst>
          </p:nvPr>
        </p:nvCxnSpPr>
        <p:spPr>
          <a:xfrm flipV="1">
            <a:off x="16884476" y="4249420"/>
            <a:ext cx="797560" cy="694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>
            <p:custDataLst>
              <p:tags r:id="rId92"/>
            </p:custDataLst>
          </p:nvPr>
        </p:nvCxnSpPr>
        <p:spPr>
          <a:xfrm flipV="1">
            <a:off x="16884476" y="4939030"/>
            <a:ext cx="8178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>
            <p:custDataLst>
              <p:tags r:id="rId93"/>
            </p:custDataLst>
          </p:nvPr>
        </p:nvCxnSpPr>
        <p:spPr>
          <a:xfrm>
            <a:off x="16890826" y="4939030"/>
            <a:ext cx="801370" cy="801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>
            <p:custDataLst>
              <p:tags r:id="rId94"/>
            </p:custDataLst>
          </p:nvPr>
        </p:nvCxnSpPr>
        <p:spPr>
          <a:xfrm flipV="1">
            <a:off x="16850821" y="4229100"/>
            <a:ext cx="86169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>
            <p:custDataLst>
              <p:tags r:id="rId95"/>
            </p:custDataLst>
          </p:nvPr>
        </p:nvCxnSpPr>
        <p:spPr>
          <a:xfrm flipV="1">
            <a:off x="16850821" y="4955540"/>
            <a:ext cx="874395" cy="774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>
            <p:custDataLst>
              <p:tags r:id="rId96"/>
            </p:custDataLst>
          </p:nvPr>
        </p:nvCxnSpPr>
        <p:spPr>
          <a:xfrm flipV="1">
            <a:off x="16860981" y="5720080"/>
            <a:ext cx="81089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箭头连接符 142"/>
          <p:cNvCxnSpPr/>
          <p:nvPr>
            <p:custDataLst>
              <p:tags r:id="rId97"/>
            </p:custDataLst>
          </p:nvPr>
        </p:nvCxnSpPr>
        <p:spPr>
          <a:xfrm>
            <a:off x="14540056" y="4208780"/>
            <a:ext cx="8420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箭头连接符 143"/>
          <p:cNvCxnSpPr/>
          <p:nvPr>
            <p:custDataLst>
              <p:tags r:id="rId98"/>
            </p:custDataLst>
          </p:nvPr>
        </p:nvCxnSpPr>
        <p:spPr>
          <a:xfrm>
            <a:off x="14529896" y="4208780"/>
            <a:ext cx="854710" cy="73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>
            <p:custDataLst>
              <p:tags r:id="rId99"/>
            </p:custDataLst>
          </p:nvPr>
        </p:nvCxnSpPr>
        <p:spPr>
          <a:xfrm>
            <a:off x="14520371" y="4218940"/>
            <a:ext cx="84137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箭头连接符 145"/>
          <p:cNvCxnSpPr/>
          <p:nvPr>
            <p:custDataLst>
              <p:tags r:id="rId100"/>
            </p:custDataLst>
          </p:nvPr>
        </p:nvCxnSpPr>
        <p:spPr>
          <a:xfrm flipV="1">
            <a:off x="14543866" y="4239260"/>
            <a:ext cx="797560" cy="694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>
            <p:custDataLst>
              <p:tags r:id="rId101"/>
            </p:custDataLst>
          </p:nvPr>
        </p:nvCxnSpPr>
        <p:spPr>
          <a:xfrm flipV="1">
            <a:off x="14543866" y="4928870"/>
            <a:ext cx="8178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>
            <p:custDataLst>
              <p:tags r:id="rId102"/>
            </p:custDataLst>
          </p:nvPr>
        </p:nvCxnSpPr>
        <p:spPr>
          <a:xfrm>
            <a:off x="14550216" y="4928870"/>
            <a:ext cx="801370" cy="801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>
            <p:custDataLst>
              <p:tags r:id="rId103"/>
            </p:custDataLst>
          </p:nvPr>
        </p:nvCxnSpPr>
        <p:spPr>
          <a:xfrm flipV="1">
            <a:off x="14510211" y="4218940"/>
            <a:ext cx="86169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/>
          <p:nvPr>
            <p:custDataLst>
              <p:tags r:id="rId104"/>
            </p:custDataLst>
          </p:nvPr>
        </p:nvCxnSpPr>
        <p:spPr>
          <a:xfrm flipV="1">
            <a:off x="14510211" y="4945380"/>
            <a:ext cx="874395" cy="774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>
            <p:custDataLst>
              <p:tags r:id="rId105"/>
            </p:custDataLst>
          </p:nvPr>
        </p:nvCxnSpPr>
        <p:spPr>
          <a:xfrm flipV="1">
            <a:off x="14520371" y="5709920"/>
            <a:ext cx="81089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>
            <p:custDataLst>
              <p:tags r:id="rId106"/>
            </p:custDataLst>
          </p:nvPr>
        </p:nvCxnSpPr>
        <p:spPr>
          <a:xfrm>
            <a:off x="19127931" y="4235450"/>
            <a:ext cx="8420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>
            <p:custDataLst>
              <p:tags r:id="rId107"/>
            </p:custDataLst>
          </p:nvPr>
        </p:nvCxnSpPr>
        <p:spPr>
          <a:xfrm>
            <a:off x="19117771" y="4235450"/>
            <a:ext cx="854710" cy="73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>
            <p:custDataLst>
              <p:tags r:id="rId108"/>
            </p:custDataLst>
          </p:nvPr>
        </p:nvCxnSpPr>
        <p:spPr>
          <a:xfrm>
            <a:off x="19108246" y="4245610"/>
            <a:ext cx="84137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>
            <p:custDataLst>
              <p:tags r:id="rId109"/>
            </p:custDataLst>
          </p:nvPr>
        </p:nvCxnSpPr>
        <p:spPr>
          <a:xfrm flipV="1">
            <a:off x="19131741" y="4265930"/>
            <a:ext cx="797560" cy="6940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>
            <p:custDataLst>
              <p:tags r:id="rId110"/>
            </p:custDataLst>
          </p:nvPr>
        </p:nvCxnSpPr>
        <p:spPr>
          <a:xfrm flipV="1">
            <a:off x="19131741" y="4955540"/>
            <a:ext cx="817880" cy="44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>
            <p:custDataLst>
              <p:tags r:id="rId111"/>
            </p:custDataLst>
          </p:nvPr>
        </p:nvCxnSpPr>
        <p:spPr>
          <a:xfrm>
            <a:off x="19138091" y="4955540"/>
            <a:ext cx="801370" cy="8013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/>
          <p:nvPr>
            <p:custDataLst>
              <p:tags r:id="rId112"/>
            </p:custDataLst>
          </p:nvPr>
        </p:nvCxnSpPr>
        <p:spPr>
          <a:xfrm flipV="1">
            <a:off x="19098086" y="4245610"/>
            <a:ext cx="861695" cy="15113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/>
          <p:nvPr>
            <p:custDataLst>
              <p:tags r:id="rId113"/>
            </p:custDataLst>
          </p:nvPr>
        </p:nvCxnSpPr>
        <p:spPr>
          <a:xfrm flipV="1">
            <a:off x="19098086" y="4972050"/>
            <a:ext cx="874395" cy="774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/>
          <p:nvPr>
            <p:custDataLst>
              <p:tags r:id="rId114"/>
            </p:custDataLst>
          </p:nvPr>
        </p:nvCxnSpPr>
        <p:spPr>
          <a:xfrm flipV="1">
            <a:off x="19108246" y="5736590"/>
            <a:ext cx="810895" cy="10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1" name="椭圆 160"/>
          <p:cNvSpPr/>
          <p:nvPr/>
        </p:nvSpPr>
        <p:spPr>
          <a:xfrm>
            <a:off x="21995591" y="4020820"/>
            <a:ext cx="467360" cy="42799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5" name="直接箭头连接符 164"/>
          <p:cNvCxnSpPr/>
          <p:nvPr>
            <p:custDataLst>
              <p:tags r:id="rId115"/>
            </p:custDataLst>
          </p:nvPr>
        </p:nvCxnSpPr>
        <p:spPr>
          <a:xfrm>
            <a:off x="13673281" y="419862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/>
          <p:nvPr>
            <p:custDataLst>
              <p:tags r:id="rId116"/>
            </p:custDataLst>
          </p:nvPr>
        </p:nvCxnSpPr>
        <p:spPr>
          <a:xfrm>
            <a:off x="13685981" y="494347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/>
          <p:nvPr>
            <p:custDataLst>
              <p:tags r:id="rId117"/>
            </p:custDataLst>
          </p:nvPr>
        </p:nvCxnSpPr>
        <p:spPr>
          <a:xfrm>
            <a:off x="13685981" y="570992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/>
          <p:nvPr>
            <p:custDataLst>
              <p:tags r:id="rId118"/>
            </p:custDataLst>
          </p:nvPr>
        </p:nvCxnSpPr>
        <p:spPr>
          <a:xfrm>
            <a:off x="16013256" y="419862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>
            <p:custDataLst>
              <p:tags r:id="rId119"/>
            </p:custDataLst>
          </p:nvPr>
        </p:nvCxnSpPr>
        <p:spPr>
          <a:xfrm>
            <a:off x="16025956" y="494347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>
            <p:custDataLst>
              <p:tags r:id="rId120"/>
            </p:custDataLst>
          </p:nvPr>
        </p:nvCxnSpPr>
        <p:spPr>
          <a:xfrm>
            <a:off x="16025956" y="570992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>
            <p:custDataLst>
              <p:tags r:id="rId121"/>
            </p:custDataLst>
          </p:nvPr>
        </p:nvCxnSpPr>
        <p:spPr>
          <a:xfrm>
            <a:off x="18275126" y="424561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2" name="直接箭头连接符 171"/>
          <p:cNvCxnSpPr/>
          <p:nvPr>
            <p:custDataLst>
              <p:tags r:id="rId122"/>
            </p:custDataLst>
          </p:nvPr>
        </p:nvCxnSpPr>
        <p:spPr>
          <a:xfrm>
            <a:off x="18287826" y="499046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3" name="直接箭头连接符 172"/>
          <p:cNvCxnSpPr/>
          <p:nvPr>
            <p:custDataLst>
              <p:tags r:id="rId123"/>
            </p:custDataLst>
          </p:nvPr>
        </p:nvCxnSpPr>
        <p:spPr>
          <a:xfrm>
            <a:off x="18287826" y="575691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4" name="直接箭头连接符 173"/>
          <p:cNvCxnSpPr/>
          <p:nvPr>
            <p:custDataLst>
              <p:tags r:id="rId124"/>
            </p:custDataLst>
          </p:nvPr>
        </p:nvCxnSpPr>
        <p:spPr>
          <a:xfrm>
            <a:off x="20536996" y="424561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>
            <p:custDataLst>
              <p:tags r:id="rId125"/>
            </p:custDataLst>
          </p:nvPr>
        </p:nvCxnSpPr>
        <p:spPr>
          <a:xfrm>
            <a:off x="20549696" y="4990465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6" name="直接箭头连接符 175"/>
          <p:cNvCxnSpPr/>
          <p:nvPr>
            <p:custDataLst>
              <p:tags r:id="rId126"/>
            </p:custDataLst>
          </p:nvPr>
        </p:nvCxnSpPr>
        <p:spPr>
          <a:xfrm>
            <a:off x="20549696" y="5756910"/>
            <a:ext cx="4768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77" name="对象 17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089571" y="2530158"/>
          <a:ext cx="279400" cy="177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27" imgW="279400" imgH="177165" progId="Equation.KSEE3">
                  <p:embed/>
                </p:oleObj>
              </mc:Choice>
              <mc:Fallback>
                <p:oleObj name="" r:id="rId127" imgW="279400" imgH="1771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28"/>
                      <a:stretch>
                        <a:fillRect/>
                      </a:stretch>
                    </p:blipFill>
                    <p:spPr>
                      <a:xfrm>
                        <a:off x="22089571" y="2530158"/>
                        <a:ext cx="279400" cy="177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对象 17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2089571" y="4150996"/>
          <a:ext cx="279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29" imgW="279400" imgH="165100" progId="Equation.KSEE3">
                  <p:embed/>
                </p:oleObj>
              </mc:Choice>
              <mc:Fallback>
                <p:oleObj name="" r:id="rId129" imgW="279400" imgH="1651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130"/>
                      <a:stretch>
                        <a:fillRect/>
                      </a:stretch>
                    </p:blipFill>
                    <p:spPr>
                      <a:xfrm>
                        <a:off x="22089571" y="4150996"/>
                        <a:ext cx="2794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" name="对象 180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376611" y="1445895"/>
          <a:ext cx="375920" cy="28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31" imgW="304800" imgH="228600" progId="Equation.KSEE3">
                  <p:embed/>
                </p:oleObj>
              </mc:Choice>
              <mc:Fallback>
                <p:oleObj name="" r:id="rId131" imgW="304800" imgH="2286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32"/>
                      <a:stretch>
                        <a:fillRect/>
                      </a:stretch>
                    </p:blipFill>
                    <p:spPr>
                      <a:xfrm>
                        <a:off x="12376611" y="1445895"/>
                        <a:ext cx="375920" cy="281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-9473739" y="2081530"/>
            <a:ext cx="1975485" cy="1965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-9826164" y="2392045"/>
            <a:ext cx="1975485" cy="1965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82" name="对象 18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2400106" y="4567238"/>
          <a:ext cx="328930" cy="29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33" imgW="266700" imgH="241300" progId="Equation.KSEE3">
                  <p:embed/>
                </p:oleObj>
              </mc:Choice>
              <mc:Fallback>
                <p:oleObj name="" r:id="rId133" imgW="266700" imgH="2413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34"/>
                      <a:stretch>
                        <a:fillRect/>
                      </a:stretch>
                    </p:blipFill>
                    <p:spPr>
                      <a:xfrm>
                        <a:off x="12400106" y="4567238"/>
                        <a:ext cx="328930" cy="297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-10219229" y="2734945"/>
            <a:ext cx="1975485" cy="1965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10229389" y="3031490"/>
            <a:ext cx="198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-10219229" y="3322320"/>
            <a:ext cx="198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-10219229" y="3636010"/>
            <a:ext cx="198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-10229389" y="4460240"/>
            <a:ext cx="198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-9972214" y="2737485"/>
            <a:ext cx="7620" cy="1965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H="1">
            <a:off x="-9673764" y="2737485"/>
            <a:ext cx="7620" cy="1965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-8520604" y="2737485"/>
            <a:ext cx="7620" cy="1965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H="1">
            <a:off x="-8808259" y="2737485"/>
            <a:ext cx="7620" cy="1965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-9099089" y="2734310"/>
            <a:ext cx="7620" cy="1965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H="1">
            <a:off x="-9390554" y="2734310"/>
            <a:ext cx="7620" cy="1965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-10219229" y="3929380"/>
            <a:ext cx="198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-10219229" y="4188460"/>
            <a:ext cx="1985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右大括号 58"/>
          <p:cNvSpPr/>
          <p:nvPr/>
        </p:nvSpPr>
        <p:spPr>
          <a:xfrm rot="2940000">
            <a:off x="-7672244" y="3714115"/>
            <a:ext cx="236220" cy="1372235"/>
          </a:xfrm>
          <a:prstGeom prst="rightBrac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 rot="19080000">
            <a:off x="-8001635" y="4385310"/>
            <a:ext cx="14033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 Antennas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1" name="右大括号 60"/>
          <p:cNvSpPr/>
          <p:nvPr/>
        </p:nvSpPr>
        <p:spPr>
          <a:xfrm rot="5400000">
            <a:off x="-9357534" y="3909695"/>
            <a:ext cx="242570" cy="1985645"/>
          </a:xfrm>
          <a:prstGeom prst="righ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/>
        </p:nvSpPr>
        <p:spPr>
          <a:xfrm>
            <a:off x="-9826164" y="4944745"/>
            <a:ext cx="1268095" cy="2628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Subcarriers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6" name="右大括号 65"/>
          <p:cNvSpPr/>
          <p:nvPr/>
        </p:nvSpPr>
        <p:spPr>
          <a:xfrm rot="10800000">
            <a:off x="-10561494" y="2734310"/>
            <a:ext cx="253365" cy="1965325"/>
          </a:xfrm>
          <a:prstGeom prst="righ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 rot="5400000">
            <a:off x="-11299825" y="3535680"/>
            <a:ext cx="110617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Packets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8" name="右箭头 67"/>
          <p:cNvSpPr/>
          <p:nvPr/>
        </p:nvSpPr>
        <p:spPr>
          <a:xfrm>
            <a:off x="-6872144" y="2704465"/>
            <a:ext cx="2360930" cy="19494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-8768080" y="1282700"/>
            <a:ext cx="12687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CSI matrix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1" name="矩形 70"/>
          <p:cNvSpPr/>
          <p:nvPr/>
        </p:nvSpPr>
        <p:spPr>
          <a:xfrm rot="5400000">
            <a:off x="-3751754" y="1843405"/>
            <a:ext cx="1975485" cy="1965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3" name="右大括号 182"/>
          <p:cNvSpPr/>
          <p:nvPr/>
        </p:nvSpPr>
        <p:spPr>
          <a:xfrm rot="10800000">
            <a:off x="-4080049" y="1838325"/>
            <a:ext cx="236220" cy="1975485"/>
          </a:xfrm>
          <a:prstGeom prst="rightBrace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4" name="文本框 183"/>
          <p:cNvSpPr txBox="1"/>
          <p:nvPr/>
        </p:nvSpPr>
        <p:spPr>
          <a:xfrm rot="5400000">
            <a:off x="-5029835" y="2443480"/>
            <a:ext cx="14033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 Antennas</a:t>
            </a:r>
            <a:endParaRPr lang="zh-CN" altLang="en-US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85" name="右大括号 184"/>
          <p:cNvSpPr/>
          <p:nvPr/>
        </p:nvSpPr>
        <p:spPr>
          <a:xfrm rot="5400000">
            <a:off x="-2875454" y="2988945"/>
            <a:ext cx="242570" cy="1985645"/>
          </a:xfrm>
          <a:prstGeom prst="righ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6" name="文本框 185"/>
          <p:cNvSpPr txBox="1"/>
          <p:nvPr/>
        </p:nvSpPr>
        <p:spPr>
          <a:xfrm>
            <a:off x="-3387899" y="4103370"/>
            <a:ext cx="1268095" cy="26289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Subcarriers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cxnSp>
        <p:nvCxnSpPr>
          <p:cNvPr id="188" name="直接连接符 187"/>
          <p:cNvCxnSpPr/>
          <p:nvPr/>
        </p:nvCxnSpPr>
        <p:spPr>
          <a:xfrm>
            <a:off x="-3766359" y="2357755"/>
            <a:ext cx="1975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9" name="直接连接符 188"/>
          <p:cNvCxnSpPr/>
          <p:nvPr/>
        </p:nvCxnSpPr>
        <p:spPr>
          <a:xfrm>
            <a:off x="-3766359" y="2883535"/>
            <a:ext cx="1975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0" name="直接连接符 189"/>
          <p:cNvCxnSpPr/>
          <p:nvPr/>
        </p:nvCxnSpPr>
        <p:spPr>
          <a:xfrm>
            <a:off x="-3756834" y="3401695"/>
            <a:ext cx="19754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1" name="直接连接符 190"/>
          <p:cNvCxnSpPr/>
          <p:nvPr/>
        </p:nvCxnSpPr>
        <p:spPr>
          <a:xfrm flipH="1">
            <a:off x="-3550459" y="1858645"/>
            <a:ext cx="10160" cy="195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直接连接符 191"/>
          <p:cNvCxnSpPr/>
          <p:nvPr/>
        </p:nvCxnSpPr>
        <p:spPr>
          <a:xfrm flipH="1">
            <a:off x="-3250104" y="1858645"/>
            <a:ext cx="10160" cy="195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 flipH="1">
            <a:off x="-2937049" y="1858645"/>
            <a:ext cx="10160" cy="195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4" name="直接连接符 193"/>
          <p:cNvCxnSpPr/>
          <p:nvPr/>
        </p:nvCxnSpPr>
        <p:spPr>
          <a:xfrm flipH="1">
            <a:off x="-2625899" y="1858645"/>
            <a:ext cx="10160" cy="195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5" name="直接连接符 194"/>
          <p:cNvCxnSpPr/>
          <p:nvPr/>
        </p:nvCxnSpPr>
        <p:spPr>
          <a:xfrm>
            <a:off x="-2293794" y="1811655"/>
            <a:ext cx="1270" cy="20180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" name="直接连接符 195"/>
          <p:cNvCxnSpPr/>
          <p:nvPr/>
        </p:nvCxnSpPr>
        <p:spPr>
          <a:xfrm flipH="1">
            <a:off x="-2048049" y="1858645"/>
            <a:ext cx="10160" cy="19551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8" name="文本框 197"/>
          <p:cNvSpPr txBox="1"/>
          <p:nvPr/>
        </p:nvSpPr>
        <p:spPr>
          <a:xfrm>
            <a:off x="-6873240" y="1496695"/>
            <a:ext cx="2447925" cy="11988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Take one pakcet accross all Rx antennas and apply phase unwrapping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across antenna  1 to 3 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1" name="下弧形箭头 200"/>
          <p:cNvSpPr/>
          <p:nvPr/>
        </p:nvSpPr>
        <p:spPr>
          <a:xfrm rot="16200000">
            <a:off x="-1821989" y="2181860"/>
            <a:ext cx="676910" cy="351155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2" name="下弧形箭头 201"/>
          <p:cNvSpPr/>
          <p:nvPr/>
        </p:nvSpPr>
        <p:spPr>
          <a:xfrm rot="16200000">
            <a:off x="-2004869" y="2358390"/>
            <a:ext cx="1146810" cy="454660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下弧形箭头 202"/>
          <p:cNvSpPr/>
          <p:nvPr/>
        </p:nvSpPr>
        <p:spPr>
          <a:xfrm rot="16200000">
            <a:off x="-2270299" y="2564765"/>
            <a:ext cx="1748155" cy="525145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4" name="右箭头 203"/>
          <p:cNvSpPr/>
          <p:nvPr/>
        </p:nvSpPr>
        <p:spPr>
          <a:xfrm>
            <a:off x="-1127934" y="2734310"/>
            <a:ext cx="1569085" cy="1974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5" name="文本框 204"/>
          <p:cNvSpPr txBox="1"/>
          <p:nvPr/>
        </p:nvSpPr>
        <p:spPr>
          <a:xfrm>
            <a:off x="-1205230" y="2357755"/>
            <a:ext cx="171323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Phase difference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06" name="矩形 205"/>
          <p:cNvSpPr/>
          <p:nvPr/>
        </p:nvSpPr>
        <p:spPr>
          <a:xfrm>
            <a:off x="1153621" y="2611755"/>
            <a:ext cx="2454275" cy="148209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7" name="矩形 206"/>
          <p:cNvSpPr/>
          <p:nvPr/>
        </p:nvSpPr>
        <p:spPr>
          <a:xfrm>
            <a:off x="1153621" y="1914525"/>
            <a:ext cx="2453640" cy="4267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9" name="直接连接符 208"/>
          <p:cNvCxnSpPr/>
          <p:nvPr/>
        </p:nvCxnSpPr>
        <p:spPr>
          <a:xfrm>
            <a:off x="1504141" y="2612390"/>
            <a:ext cx="0" cy="147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flipH="1">
            <a:off x="1841326" y="2602865"/>
            <a:ext cx="635" cy="148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>
            <a:off x="2177241" y="2597150"/>
            <a:ext cx="0" cy="1487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>
            <a:off x="2524586" y="2609215"/>
            <a:ext cx="6350" cy="1475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flipH="1">
            <a:off x="2877646" y="2602865"/>
            <a:ext cx="635" cy="1490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>
            <a:off x="3268171" y="2615565"/>
            <a:ext cx="5715" cy="1490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6" name="直接连接符 215"/>
          <p:cNvCxnSpPr/>
          <p:nvPr/>
        </p:nvCxnSpPr>
        <p:spPr>
          <a:xfrm>
            <a:off x="1147271" y="3596005"/>
            <a:ext cx="2456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7" name="直接连接符 216"/>
          <p:cNvCxnSpPr/>
          <p:nvPr/>
        </p:nvCxnSpPr>
        <p:spPr>
          <a:xfrm>
            <a:off x="1147271" y="3113405"/>
            <a:ext cx="2456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>
            <a:off x="1488266" y="1908175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>
            <a:off x="1841326" y="1914525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>
            <a:off x="2177241" y="1914525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>
            <a:off x="2524586" y="1908175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>
            <a:off x="2877646" y="1914525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>
            <a:off x="3268171" y="1908175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4" name="右箭头 223"/>
          <p:cNvSpPr/>
          <p:nvPr/>
        </p:nvSpPr>
        <p:spPr>
          <a:xfrm>
            <a:off x="3760931" y="3308350"/>
            <a:ext cx="1132840" cy="1974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5" name="右箭头 224"/>
          <p:cNvSpPr/>
          <p:nvPr/>
        </p:nvSpPr>
        <p:spPr>
          <a:xfrm>
            <a:off x="3760931" y="2254885"/>
            <a:ext cx="1132840" cy="1974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6" name="文本框 225"/>
          <p:cNvSpPr txBox="1"/>
          <p:nvPr/>
        </p:nvSpPr>
        <p:spPr>
          <a:xfrm>
            <a:off x="1829435" y="1430655"/>
            <a:ext cx="104775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Complex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7" name="文本框 226"/>
          <p:cNvSpPr txBox="1"/>
          <p:nvPr/>
        </p:nvSpPr>
        <p:spPr>
          <a:xfrm>
            <a:off x="350520" y="1931035"/>
            <a:ext cx="7023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Rx_0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350520" y="2673985"/>
            <a:ext cx="7023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Rx_1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350520" y="3136900"/>
            <a:ext cx="7023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Rx_2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350520" y="3565525"/>
            <a:ext cx="7023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Rx_3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32" name="矩形 231"/>
          <p:cNvSpPr/>
          <p:nvPr/>
        </p:nvSpPr>
        <p:spPr>
          <a:xfrm>
            <a:off x="5208731" y="1894840"/>
            <a:ext cx="2453640" cy="4267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3" name="直接连接符 232"/>
          <p:cNvCxnSpPr/>
          <p:nvPr/>
        </p:nvCxnSpPr>
        <p:spPr>
          <a:xfrm>
            <a:off x="5543376" y="1888490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>
            <a:off x="5896436" y="1894840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>
            <a:off x="6232351" y="1894840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>
            <a:off x="6579696" y="1888490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>
            <a:off x="6932756" y="1894840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7323281" y="1888490"/>
            <a:ext cx="0" cy="433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9" name="矩形 238"/>
          <p:cNvSpPr/>
          <p:nvPr/>
        </p:nvSpPr>
        <p:spPr>
          <a:xfrm>
            <a:off x="7662371" y="1901190"/>
            <a:ext cx="2453640" cy="4267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0" name="直接连接符 239"/>
          <p:cNvCxnSpPr/>
          <p:nvPr/>
        </p:nvCxnSpPr>
        <p:spPr>
          <a:xfrm>
            <a:off x="7997016" y="1894840"/>
            <a:ext cx="0" cy="433070"/>
          </a:xfrm>
          <a:prstGeom prst="lin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1" name="直接连接符 240"/>
          <p:cNvCxnSpPr/>
          <p:nvPr/>
        </p:nvCxnSpPr>
        <p:spPr>
          <a:xfrm>
            <a:off x="8350076" y="1901190"/>
            <a:ext cx="0" cy="433070"/>
          </a:xfrm>
          <a:prstGeom prst="lin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2" name="直接连接符 241"/>
          <p:cNvCxnSpPr/>
          <p:nvPr/>
        </p:nvCxnSpPr>
        <p:spPr>
          <a:xfrm>
            <a:off x="8685991" y="1901190"/>
            <a:ext cx="0" cy="433070"/>
          </a:xfrm>
          <a:prstGeom prst="lin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3" name="直接连接符 242"/>
          <p:cNvCxnSpPr/>
          <p:nvPr/>
        </p:nvCxnSpPr>
        <p:spPr>
          <a:xfrm>
            <a:off x="9033336" y="1894840"/>
            <a:ext cx="0" cy="433070"/>
          </a:xfrm>
          <a:prstGeom prst="lin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4" name="直接连接符 243"/>
          <p:cNvCxnSpPr/>
          <p:nvPr/>
        </p:nvCxnSpPr>
        <p:spPr>
          <a:xfrm>
            <a:off x="9386396" y="1901190"/>
            <a:ext cx="0" cy="433070"/>
          </a:xfrm>
          <a:prstGeom prst="lin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5" name="直接连接符 244"/>
          <p:cNvCxnSpPr/>
          <p:nvPr/>
        </p:nvCxnSpPr>
        <p:spPr>
          <a:xfrm>
            <a:off x="9776921" y="1894840"/>
            <a:ext cx="0" cy="433070"/>
          </a:xfrm>
          <a:prstGeom prst="lin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6" name="右大括号 245"/>
          <p:cNvSpPr/>
          <p:nvPr/>
        </p:nvSpPr>
        <p:spPr>
          <a:xfrm rot="16200000">
            <a:off x="6288866" y="467360"/>
            <a:ext cx="294640" cy="24542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7" name="文本框 246"/>
          <p:cNvSpPr txBox="1"/>
          <p:nvPr/>
        </p:nvSpPr>
        <p:spPr>
          <a:xfrm>
            <a:off x="6079490" y="1132205"/>
            <a:ext cx="69405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Real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8532495" y="1142365"/>
            <a:ext cx="69405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Imag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9" name="右大括号 248"/>
          <p:cNvSpPr/>
          <p:nvPr/>
        </p:nvSpPr>
        <p:spPr>
          <a:xfrm rot="16200000">
            <a:off x="8743141" y="467360"/>
            <a:ext cx="294640" cy="245427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0" name="文本框 249"/>
          <p:cNvSpPr txBox="1"/>
          <p:nvPr/>
        </p:nvSpPr>
        <p:spPr>
          <a:xfrm>
            <a:off x="3852545" y="3505835"/>
            <a:ext cx="94678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Sin/Cos encode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5208096" y="2588895"/>
            <a:ext cx="2454275" cy="1482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52" name="直接连接符 251"/>
          <p:cNvCxnSpPr/>
          <p:nvPr/>
        </p:nvCxnSpPr>
        <p:spPr>
          <a:xfrm>
            <a:off x="5558616" y="2589530"/>
            <a:ext cx="0" cy="147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3" name="直接连接符 252"/>
          <p:cNvCxnSpPr/>
          <p:nvPr/>
        </p:nvCxnSpPr>
        <p:spPr>
          <a:xfrm flipH="1">
            <a:off x="5895801" y="2580005"/>
            <a:ext cx="635" cy="148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>
            <a:off x="6231716" y="2574290"/>
            <a:ext cx="0" cy="1487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>
            <a:off x="6579061" y="2586355"/>
            <a:ext cx="6350" cy="14751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 flipH="1">
            <a:off x="6932121" y="2580005"/>
            <a:ext cx="635" cy="1490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>
            <a:off x="7322646" y="2592705"/>
            <a:ext cx="5715" cy="14903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>
            <a:off x="5201746" y="3573145"/>
            <a:ext cx="2456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>
            <a:off x="5201746" y="3090545"/>
            <a:ext cx="24561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0" name="矩形 259"/>
          <p:cNvSpPr/>
          <p:nvPr/>
        </p:nvSpPr>
        <p:spPr>
          <a:xfrm>
            <a:off x="5201746" y="4085590"/>
            <a:ext cx="2454275" cy="148209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61" name="直接连接符 260"/>
          <p:cNvCxnSpPr/>
          <p:nvPr/>
        </p:nvCxnSpPr>
        <p:spPr>
          <a:xfrm>
            <a:off x="5552266" y="4086225"/>
            <a:ext cx="0" cy="1473200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2" name="直接连接符 261"/>
          <p:cNvCxnSpPr/>
          <p:nvPr/>
        </p:nvCxnSpPr>
        <p:spPr>
          <a:xfrm flipH="1">
            <a:off x="5889451" y="4076700"/>
            <a:ext cx="635" cy="1482725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3" name="直接连接符 262"/>
          <p:cNvCxnSpPr/>
          <p:nvPr/>
        </p:nvCxnSpPr>
        <p:spPr>
          <a:xfrm>
            <a:off x="6225366" y="4070985"/>
            <a:ext cx="0" cy="1487170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4" name="直接连接符 263"/>
          <p:cNvCxnSpPr/>
          <p:nvPr/>
        </p:nvCxnSpPr>
        <p:spPr>
          <a:xfrm>
            <a:off x="6572711" y="4083050"/>
            <a:ext cx="6350" cy="1475105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直接连接符 264"/>
          <p:cNvCxnSpPr/>
          <p:nvPr/>
        </p:nvCxnSpPr>
        <p:spPr>
          <a:xfrm flipH="1">
            <a:off x="6925771" y="4076700"/>
            <a:ext cx="635" cy="1490980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直接连接符 265"/>
          <p:cNvCxnSpPr/>
          <p:nvPr/>
        </p:nvCxnSpPr>
        <p:spPr>
          <a:xfrm>
            <a:off x="7316296" y="4089400"/>
            <a:ext cx="5715" cy="1490345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直接连接符 266"/>
          <p:cNvCxnSpPr/>
          <p:nvPr/>
        </p:nvCxnSpPr>
        <p:spPr>
          <a:xfrm>
            <a:off x="5195396" y="5069840"/>
            <a:ext cx="2456180" cy="0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8" name="直接连接符 267"/>
          <p:cNvCxnSpPr/>
          <p:nvPr/>
        </p:nvCxnSpPr>
        <p:spPr>
          <a:xfrm>
            <a:off x="5195396" y="4587240"/>
            <a:ext cx="2456180" cy="0"/>
          </a:xfrm>
          <a:prstGeom prst="lin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9" name="右大括号 268"/>
          <p:cNvSpPr/>
          <p:nvPr/>
        </p:nvSpPr>
        <p:spPr>
          <a:xfrm>
            <a:off x="8197676" y="2625725"/>
            <a:ext cx="152400" cy="14224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0" name="文本框 269"/>
          <p:cNvSpPr txBox="1"/>
          <p:nvPr/>
        </p:nvSpPr>
        <p:spPr>
          <a:xfrm rot="5400000">
            <a:off x="7240270" y="3199130"/>
            <a:ext cx="135128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Sin encoded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1" name="右大括号 270"/>
          <p:cNvSpPr/>
          <p:nvPr/>
        </p:nvSpPr>
        <p:spPr>
          <a:xfrm>
            <a:off x="8197676" y="4062730"/>
            <a:ext cx="152400" cy="149542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2" name="文本框 271"/>
          <p:cNvSpPr txBox="1"/>
          <p:nvPr/>
        </p:nvSpPr>
        <p:spPr>
          <a:xfrm rot="5400000">
            <a:off x="7205980" y="4596130"/>
            <a:ext cx="141922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Cos encoded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9113520" y="3423920"/>
            <a:ext cx="82296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flatten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3759835" y="1301115"/>
            <a:ext cx="1296035" cy="92202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Real and Imag part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concatenate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78" name="直角上箭头 277"/>
          <p:cNvSpPr/>
          <p:nvPr/>
        </p:nvSpPr>
        <p:spPr>
          <a:xfrm>
            <a:off x="8685991" y="2452370"/>
            <a:ext cx="2146935" cy="1557655"/>
          </a:xfrm>
          <a:prstGeom prst="bentUpArrow">
            <a:avLst>
              <a:gd name="adj1" fmla="val 13597"/>
              <a:gd name="adj2" fmla="val 12780"/>
              <a:gd name="adj3" fmla="val 24986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9" name="文本框 278"/>
          <p:cNvSpPr txBox="1"/>
          <p:nvPr/>
        </p:nvSpPr>
        <p:spPr>
          <a:xfrm rot="16200000">
            <a:off x="9586595" y="2797810"/>
            <a:ext cx="14268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Concatenate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80" name="右箭头 279"/>
          <p:cNvSpPr/>
          <p:nvPr/>
        </p:nvSpPr>
        <p:spPr>
          <a:xfrm>
            <a:off x="10187131" y="2021840"/>
            <a:ext cx="870585" cy="25717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1" name="矩形 280"/>
          <p:cNvSpPr/>
          <p:nvPr/>
        </p:nvSpPr>
        <p:spPr>
          <a:xfrm>
            <a:off x="11219006" y="441325"/>
            <a:ext cx="548640" cy="60756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82" name="直接连接符 281"/>
          <p:cNvCxnSpPr/>
          <p:nvPr/>
        </p:nvCxnSpPr>
        <p:spPr>
          <a:xfrm flipV="1">
            <a:off x="11208846" y="891540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3" name="直接连接符 282"/>
          <p:cNvCxnSpPr/>
          <p:nvPr/>
        </p:nvCxnSpPr>
        <p:spPr>
          <a:xfrm flipV="1">
            <a:off x="11208846" y="1308100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4" name="直接连接符 283"/>
          <p:cNvCxnSpPr/>
          <p:nvPr/>
        </p:nvCxnSpPr>
        <p:spPr>
          <a:xfrm flipV="1">
            <a:off x="11219006" y="1780540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5" name="直接连接符 284"/>
          <p:cNvCxnSpPr/>
          <p:nvPr/>
        </p:nvCxnSpPr>
        <p:spPr>
          <a:xfrm flipV="1">
            <a:off x="11219006" y="2254250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6" name="直接连接符 285"/>
          <p:cNvCxnSpPr/>
          <p:nvPr/>
        </p:nvCxnSpPr>
        <p:spPr>
          <a:xfrm flipV="1">
            <a:off x="11219006" y="2733675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7" name="直接连接符 286"/>
          <p:cNvCxnSpPr/>
          <p:nvPr/>
        </p:nvCxnSpPr>
        <p:spPr>
          <a:xfrm flipV="1">
            <a:off x="11208846" y="6091555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8" name="直接连接符 287"/>
          <p:cNvCxnSpPr/>
          <p:nvPr/>
        </p:nvCxnSpPr>
        <p:spPr>
          <a:xfrm flipV="1">
            <a:off x="11219006" y="5679440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9" name="直接连接符 288"/>
          <p:cNvCxnSpPr/>
          <p:nvPr/>
        </p:nvCxnSpPr>
        <p:spPr>
          <a:xfrm flipV="1">
            <a:off x="11208846" y="5227320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0" name="直接连接符 289"/>
          <p:cNvCxnSpPr/>
          <p:nvPr/>
        </p:nvCxnSpPr>
        <p:spPr>
          <a:xfrm flipV="1">
            <a:off x="11219006" y="3241675"/>
            <a:ext cx="5581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1" name="右大括号 290"/>
          <p:cNvSpPr/>
          <p:nvPr/>
        </p:nvSpPr>
        <p:spPr>
          <a:xfrm>
            <a:off x="11866706" y="441325"/>
            <a:ext cx="99060" cy="28003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2" name="右大括号 291"/>
          <p:cNvSpPr/>
          <p:nvPr/>
        </p:nvSpPr>
        <p:spPr>
          <a:xfrm>
            <a:off x="11866706" y="3241675"/>
            <a:ext cx="99060" cy="327469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>
            <a:endCxn id="90" idx="2"/>
          </p:cNvCxnSpPr>
          <p:nvPr/>
        </p:nvCxnSpPr>
        <p:spPr>
          <a:xfrm>
            <a:off x="21399326" y="1134745"/>
            <a:ext cx="596265" cy="148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4" name="直接箭头连接符 293"/>
          <p:cNvCxnSpPr>
            <a:stCxn id="30" idx="2"/>
            <a:endCxn id="90" idx="2"/>
          </p:cNvCxnSpPr>
          <p:nvPr/>
        </p:nvCxnSpPr>
        <p:spPr>
          <a:xfrm>
            <a:off x="21394246" y="1867535"/>
            <a:ext cx="601345" cy="7524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5" name="直接箭头连接符 294"/>
          <p:cNvCxnSpPr>
            <a:endCxn id="90" idx="2"/>
          </p:cNvCxnSpPr>
          <p:nvPr/>
        </p:nvCxnSpPr>
        <p:spPr>
          <a:xfrm flipV="1">
            <a:off x="21376466" y="2620010"/>
            <a:ext cx="619125" cy="38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6" name="直接箭头连接符 295"/>
          <p:cNvCxnSpPr>
            <a:endCxn id="161" idx="2"/>
          </p:cNvCxnSpPr>
          <p:nvPr/>
        </p:nvCxnSpPr>
        <p:spPr>
          <a:xfrm flipV="1">
            <a:off x="21318681" y="4234815"/>
            <a:ext cx="676910" cy="57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7" name="直接箭头连接符 296"/>
          <p:cNvCxnSpPr>
            <a:stCxn id="130" idx="2"/>
            <a:endCxn id="161" idx="2"/>
          </p:cNvCxnSpPr>
          <p:nvPr/>
        </p:nvCxnSpPr>
        <p:spPr>
          <a:xfrm flipV="1">
            <a:off x="21375831" y="4234815"/>
            <a:ext cx="619760" cy="7321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8" name="直接箭头连接符 297"/>
          <p:cNvCxnSpPr/>
          <p:nvPr/>
        </p:nvCxnSpPr>
        <p:spPr>
          <a:xfrm flipV="1">
            <a:off x="21411391" y="4321175"/>
            <a:ext cx="600075" cy="145478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0" name="文本框 299"/>
          <p:cNvSpPr txBox="1"/>
          <p:nvPr/>
        </p:nvSpPr>
        <p:spPr>
          <a:xfrm>
            <a:off x="21687155" y="1473835"/>
            <a:ext cx="115506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Prediction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6674465" y="6291580"/>
            <a:ext cx="15792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ctr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</a:t>
            </a:r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ngle Net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6674465" y="73025"/>
            <a:ext cx="157924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Distance Net</a:t>
            </a:r>
            <a:endParaRPr lang="en-US" altLang="zh-CN" sz="18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DOCER_RESOURCE_TRACE_INFO" val="{&quot;id&quot;:&quot;50063398&quot;,&quot;origin&quot;:0,&quot;type&quot;:&quot;icons&quot;,&quot;user&quot;:&quot;310980984&quot;}"/>
</p:tagLst>
</file>

<file path=ppt/tags/tag65.xml><?xml version="1.0" encoding="utf-8"?>
<p:tagLst xmlns:p="http://schemas.openxmlformats.org/presentationml/2006/main">
  <p:tag name="KSO_DOCER_RESOURCE_TRACE_INFO" val="{&quot;id&quot;:&quot;50041926&quot;,&quot;origin&quot;:0,&quot;type&quot;:&quot;icons&quot;,&quot;user&quot;:&quot;310980984&quot;}"/>
</p:tagLst>
</file>

<file path=ppt/tags/tag66.xml><?xml version="1.0" encoding="utf-8"?>
<p:tagLst xmlns:p="http://schemas.openxmlformats.org/presentationml/2006/main">
  <p:tag name="KSO_DOCER_RESOURCE_TRACE_INFO" val="{&quot;id&quot;:&quot;50063706&quot;,&quot;origin&quot;:0,&quot;type&quot;:&quot;icons&quot;,&quot;user&quot;:&quot;310980984&quot;}"/>
</p:tagLst>
</file>

<file path=ppt/tags/tag6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6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6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7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8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9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0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1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2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3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4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5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6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7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3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4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5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6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7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8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89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90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91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92.xml><?xml version="1.0" encoding="utf-8"?>
<p:tagLst xmlns:p="http://schemas.openxmlformats.org/presentationml/2006/main">
  <p:tag name="KSO_WM_DIAGRAM_VIRTUALLY_FRAME" val="{&quot;height&quot;:452.75,&quot;left&quot;:171.4,&quot;top&quot;:75,&quot;width&quot;:2214.4}"/>
</p:tagLst>
</file>

<file path=ppt/tags/tag193.xml><?xml version="1.0" encoding="utf-8"?>
<p:tagLst xmlns:p="http://schemas.openxmlformats.org/presentationml/2006/main">
  <p:tag name="resource_record_key" val="{&quot;10&quot;:[21537275,50063398,50041926,50063706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WPS 演示</Application>
  <PresentationFormat>宽屏</PresentationFormat>
  <Paragraphs>90</Paragraphs>
  <Slides>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26</vt:i4>
      </vt:variant>
      <vt:variant>
        <vt:lpstr>幻灯片标题</vt:lpstr>
      </vt:variant>
      <vt:variant>
        <vt:i4>4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Kaiti TC</vt:lpstr>
      <vt:lpstr>Times New Roman</vt:lpstr>
      <vt:lpstr>微软雅黑</vt:lpstr>
      <vt:lpstr>Arial Unicode MS</vt:lpstr>
      <vt:lpstr>Calibri</vt:lpstr>
      <vt:lpstr>Microsoft JhengHei UI</vt:lpstr>
      <vt:lpstr>WPS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あ</cp:lastModifiedBy>
  <cp:revision>178</cp:revision>
  <dcterms:created xsi:type="dcterms:W3CDTF">2019-06-19T02:08:00Z</dcterms:created>
  <dcterms:modified xsi:type="dcterms:W3CDTF">2026-06-23T13:41:02Z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A6722B9D17F74AEC9A1ABFA9FBB42255_11</vt:lpwstr>
  </property>
</Properties>
</file>